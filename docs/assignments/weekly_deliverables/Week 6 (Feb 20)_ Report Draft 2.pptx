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Garamond"/>
      <p:regular r:id="rId16"/>
      <p:bold r:id="rId17"/>
      <p:italic r:id="rId18"/>
      <p:bold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Garamond-bold.fntdata"/><Relationship Id="rId16" Type="http://schemas.openxmlformats.org/officeDocument/2006/relationships/font" Target="fonts/Garamond-regular.fntdata"/><Relationship Id="rId5" Type="http://schemas.openxmlformats.org/officeDocument/2006/relationships/notesMaster" Target="notesMasters/notesMaster1.xml"/><Relationship Id="rId19" Type="http://schemas.openxmlformats.org/officeDocument/2006/relationships/font" Target="fonts/Garamond-boldItalic.fntdata"/><Relationship Id="rId6" Type="http://schemas.openxmlformats.org/officeDocument/2006/relationships/slide" Target="slides/slide1.xml"/><Relationship Id="rId18" Type="http://schemas.openxmlformats.org/officeDocument/2006/relationships/font" Target="fonts/Garamon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7f1c4d4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c7f1c4d4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7f1c4d4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c7f1c4d4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7f1c4d43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c7f1c4d4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80b25b0e9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80b25b0e9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80b25b0e9_1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c80b25b0e9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80b25b0e9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80b25b0e9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c7f1c4d4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c7f1c4d4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7f1c4d43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c7f1c4d4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7f1c4d43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7f1c4d43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accent1"/>
        </a:solidFill>
      </p:bgPr>
    </p:bg>
    <p:spTree>
      <p:nvGrpSpPr>
        <p:cNvPr id="15" name="Shape 15"/>
        <p:cNvGrpSpPr/>
        <p:nvPr/>
      </p:nvGrpSpPr>
      <p:grpSpPr>
        <a:xfrm>
          <a:off x="0" y="0"/>
          <a:ext cx="0" cy="0"/>
          <a:chOff x="0" y="0"/>
          <a:chExt cx="0" cy="0"/>
        </a:xfrm>
      </p:grpSpPr>
      <p:sp>
        <p:nvSpPr>
          <p:cNvPr id="16" name="Google Shape;16;p2"/>
          <p:cNvSpPr/>
          <p:nvPr/>
        </p:nvSpPr>
        <p:spPr>
          <a:xfrm>
            <a:off x="7284535"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 name="Google Shape;17;p2"/>
          <p:cNvSpPr/>
          <p:nvPr/>
        </p:nvSpPr>
        <p:spPr>
          <a:xfrm rot="10800000">
            <a:off x="5410055" y="-23149"/>
            <a:ext cx="4051800" cy="51897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 name="Google Shape;18;p2"/>
          <p:cNvSpPr txBox="1"/>
          <p:nvPr>
            <p:ph type="ctrTitle"/>
          </p:nvPr>
        </p:nvSpPr>
        <p:spPr>
          <a:xfrm>
            <a:off x="431753" y="2922000"/>
            <a:ext cx="7602000" cy="4848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3000"/>
              <a:buFont typeface="Arial"/>
              <a:buNone/>
              <a:defRPr b="1" i="0" sz="30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Google Shape;19;p2"/>
          <p:cNvSpPr txBox="1"/>
          <p:nvPr>
            <p:ph idx="1" type="subTitle"/>
          </p:nvPr>
        </p:nvSpPr>
        <p:spPr>
          <a:xfrm>
            <a:off x="431754" y="3412500"/>
            <a:ext cx="6858000" cy="408300"/>
          </a:xfrm>
          <a:prstGeom prst="rect">
            <a:avLst/>
          </a:prstGeom>
          <a:noFill/>
          <a:ln>
            <a:noFill/>
          </a:ln>
        </p:spPr>
        <p:txBody>
          <a:bodyPr anchorCtr="0" anchor="t" bIns="34275" lIns="0" spcFirstLastPara="1" rIns="0" wrap="square" tIns="34275">
            <a:spAutoFit/>
          </a:bodyPr>
          <a:lstStyle>
            <a:lvl1pPr lvl="0" algn="l">
              <a:lnSpc>
                <a:spcPct val="113000"/>
              </a:lnSpc>
              <a:spcBef>
                <a:spcPts val="600"/>
              </a:spcBef>
              <a:spcAft>
                <a:spcPts val="0"/>
              </a:spcAft>
              <a:buClr>
                <a:schemeClr val="lt1"/>
              </a:buClr>
              <a:buSzPts val="2000"/>
              <a:buNone/>
              <a:defRPr sz="2000">
                <a:solidFill>
                  <a:schemeClr val="lt1"/>
                </a:solidFill>
                <a:latin typeface="Arial"/>
                <a:ea typeface="Arial"/>
                <a:cs typeface="Arial"/>
                <a:sym typeface="Arial"/>
              </a:defRPr>
            </a:lvl1pPr>
            <a:lvl2pPr lvl="1" algn="ctr">
              <a:lnSpc>
                <a:spcPct val="113000"/>
              </a:lnSpc>
              <a:spcBef>
                <a:spcPts val="600"/>
              </a:spcBef>
              <a:spcAft>
                <a:spcPts val="0"/>
              </a:spcAft>
              <a:buClr>
                <a:schemeClr val="dk2"/>
              </a:buClr>
              <a:buSzPts val="1500"/>
              <a:buNone/>
              <a:defRPr sz="1500"/>
            </a:lvl2pPr>
            <a:lvl3pPr lvl="2" algn="ctr">
              <a:lnSpc>
                <a:spcPct val="113000"/>
              </a:lnSpc>
              <a:spcBef>
                <a:spcPts val="600"/>
              </a:spcBef>
              <a:spcAft>
                <a:spcPts val="0"/>
              </a:spcAft>
              <a:buClr>
                <a:schemeClr val="dk2"/>
              </a:buClr>
              <a:buSzPts val="1400"/>
              <a:buNone/>
              <a:defRPr sz="1400"/>
            </a:lvl3pPr>
            <a:lvl4pPr lvl="3" algn="ctr">
              <a:lnSpc>
                <a:spcPct val="113000"/>
              </a:lnSpc>
              <a:spcBef>
                <a:spcPts val="600"/>
              </a:spcBef>
              <a:spcAft>
                <a:spcPts val="0"/>
              </a:spcAft>
              <a:buClr>
                <a:schemeClr val="dk2"/>
              </a:buClr>
              <a:buSzPts val="1200"/>
              <a:buNone/>
              <a:defRPr sz="1200"/>
            </a:lvl4pPr>
            <a:lvl5pPr lvl="4" algn="ctr">
              <a:lnSpc>
                <a:spcPct val="113000"/>
              </a:lnSpc>
              <a:spcBef>
                <a:spcPts val="6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 name="Google Shape;20;p2"/>
          <p:cNvSpPr txBox="1"/>
          <p:nvPr>
            <p:ph idx="2" type="body"/>
          </p:nvPr>
        </p:nvSpPr>
        <p:spPr>
          <a:xfrm>
            <a:off x="431754" y="4002847"/>
            <a:ext cx="6858000" cy="382200"/>
          </a:xfrm>
          <a:prstGeom prst="rect">
            <a:avLst/>
          </a:prstGeom>
          <a:noFill/>
          <a:ln>
            <a:noFill/>
          </a:ln>
        </p:spPr>
        <p:txBody>
          <a:bodyPr anchorCtr="0" anchor="t" bIns="34275" lIns="0" spcFirstLastPara="1" rIns="0" wrap="square" tIns="34275">
            <a:spAutoFit/>
          </a:bodyPr>
          <a:lstStyle>
            <a:lvl1pPr indent="-228600" lvl="0" marL="457200" algn="l">
              <a:lnSpc>
                <a:spcPct val="113000"/>
              </a:lnSpc>
              <a:spcBef>
                <a:spcPts val="600"/>
              </a:spcBef>
              <a:spcAft>
                <a:spcPts val="0"/>
              </a:spcAft>
              <a:buClr>
                <a:schemeClr val="accent4"/>
              </a:buClr>
              <a:buSzPts val="1700"/>
              <a:buNone/>
              <a:defRPr>
                <a:solidFill>
                  <a:schemeClr val="accent4"/>
                </a:solidFill>
                <a:latin typeface="Garamond"/>
                <a:ea typeface="Garamond"/>
                <a:cs typeface="Garamond"/>
                <a:sym typeface="Garamond"/>
              </a:defRPr>
            </a:lvl1pPr>
            <a:lvl2pPr indent="-228600" lvl="1" marL="9144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2pPr>
            <a:lvl3pPr indent="-228600" lvl="2" marL="13716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3pPr>
            <a:lvl4pPr indent="-228600" lvl="3" marL="18288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4pPr>
            <a:lvl5pPr indent="-228600" lvl="4" marL="22860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21" name="Google Shape;21;p2"/>
          <p:cNvCxnSpPr/>
          <p:nvPr/>
        </p:nvCxnSpPr>
        <p:spPr>
          <a:xfrm flipH="1">
            <a:off x="7426183" y="0"/>
            <a:ext cx="1107600" cy="2713800"/>
          </a:xfrm>
          <a:prstGeom prst="straightConnector1">
            <a:avLst/>
          </a:prstGeom>
          <a:noFill/>
          <a:ln cap="flat" cmpd="sng" w="14300">
            <a:solidFill>
              <a:schemeClr val="accent4"/>
            </a:solidFill>
            <a:prstDash val="solid"/>
            <a:miter lim="800000"/>
            <a:headEnd len="sm" w="sm" type="none"/>
            <a:tailEnd len="sm" w="sm" type="none"/>
          </a:ln>
        </p:spPr>
      </p:cxnSp>
      <p:pic>
        <p:nvPicPr>
          <p:cNvPr id="22" name="Google Shape;22;p2"/>
          <p:cNvPicPr preferRelativeResize="0"/>
          <p:nvPr/>
        </p:nvPicPr>
        <p:blipFill rotWithShape="1">
          <a:blip r:embed="rId2">
            <a:alphaModFix/>
          </a:blip>
          <a:srcRect b="0" l="0" r="60410" t="0"/>
          <a:stretch/>
        </p:blipFill>
        <p:spPr>
          <a:xfrm>
            <a:off x="431753" y="399769"/>
            <a:ext cx="2024975" cy="504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3"/>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 name="Google Shape;26;p3"/>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Only: Blue" showMasterSp="0" type="blank">
  <p:cSld name="BLANK">
    <p:bg>
      <p:bgPr>
        <a:solidFill>
          <a:schemeClr val="accent1"/>
        </a:solidFill>
      </p:bgPr>
    </p:bg>
    <p:spTree>
      <p:nvGrpSpPr>
        <p:cNvPr id="28" name="Shape 28"/>
        <p:cNvGrpSpPr/>
        <p:nvPr/>
      </p:nvGrpSpPr>
      <p:grpSpPr>
        <a:xfrm>
          <a:off x="0" y="0"/>
          <a:ext cx="0" cy="0"/>
          <a:chOff x="0" y="0"/>
          <a:chExt cx="0" cy="0"/>
        </a:xfrm>
      </p:grpSpPr>
      <p:sp>
        <p:nvSpPr>
          <p:cNvPr id="29" name="Google Shape;29;p5"/>
          <p:cNvSpPr/>
          <p:nvPr/>
        </p:nvSpPr>
        <p:spPr>
          <a:xfrm>
            <a:off x="-167143"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0" name="Google Shape;30;p5"/>
          <p:cNvSpPr/>
          <p:nvPr/>
        </p:nvSpPr>
        <p:spPr>
          <a:xfrm rot="10800000">
            <a:off x="6626143" y="1696486"/>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cxnSp>
        <p:nvCxnSpPr>
          <p:cNvPr id="31" name="Google Shape;31;p5"/>
          <p:cNvCxnSpPr/>
          <p:nvPr/>
        </p:nvCxnSpPr>
        <p:spPr>
          <a:xfrm flipH="1">
            <a:off x="7661030" y="2429692"/>
            <a:ext cx="1107600" cy="271380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with Photo" showMasterSp="0">
  <p:cSld name="1_Title Slide with Photo">
    <p:bg>
      <p:bgPr>
        <a:solidFill>
          <a:schemeClr val="accent1"/>
        </a:solidFill>
      </p:bgPr>
    </p:bg>
    <p:spTree>
      <p:nvGrpSpPr>
        <p:cNvPr id="32" name="Shape 32"/>
        <p:cNvGrpSpPr/>
        <p:nvPr/>
      </p:nvGrpSpPr>
      <p:grpSpPr>
        <a:xfrm>
          <a:off x="0" y="0"/>
          <a:ext cx="0" cy="0"/>
          <a:chOff x="0" y="0"/>
          <a:chExt cx="0" cy="0"/>
        </a:xfrm>
      </p:grpSpPr>
      <p:pic>
        <p:nvPicPr>
          <p:cNvPr descr="A picture containing building, outdoor, sky, city&#10;&#10;Description automatically generated" id="33" name="Google Shape;33;p6"/>
          <p:cNvPicPr preferRelativeResize="0"/>
          <p:nvPr/>
        </p:nvPicPr>
        <p:blipFill rotWithShape="1">
          <a:blip r:embed="rId2">
            <a:alphaModFix amt="15000"/>
          </a:blip>
          <a:srcRect b="0" l="0" r="0" t="0"/>
          <a:stretch/>
        </p:blipFill>
        <p:spPr>
          <a:xfrm>
            <a:off x="1" y="-240825"/>
            <a:ext cx="9144000" cy="6096000"/>
          </a:xfrm>
          <a:prstGeom prst="rect">
            <a:avLst/>
          </a:prstGeom>
          <a:noFill/>
          <a:ln>
            <a:noFill/>
          </a:ln>
          <a:effectLst>
            <a:outerShdw blurRad="38100" rotWithShape="0" algn="ctr" dir="5400000" dist="38100">
              <a:srgbClr val="000000"/>
            </a:outerShdw>
          </a:effectLst>
        </p:spPr>
      </p:pic>
      <p:sp>
        <p:nvSpPr>
          <p:cNvPr id="34" name="Google Shape;34;p6"/>
          <p:cNvSpPr/>
          <p:nvPr/>
        </p:nvSpPr>
        <p:spPr>
          <a:xfrm>
            <a:off x="7284535" y="-23052"/>
            <a:ext cx="2685000" cy="3438900"/>
          </a:xfrm>
          <a:prstGeom prst="parallelogram">
            <a:avLst>
              <a:gd fmla="val 52245" name="adj"/>
            </a:avLst>
          </a:prstGeom>
          <a:gradFill>
            <a:gsLst>
              <a:gs pos="0">
                <a:srgbClr val="96227D">
                  <a:alpha val="0"/>
                </a:srgbClr>
              </a:gs>
              <a:gs pos="20000">
                <a:srgbClr val="96227D">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5" name="Google Shape;35;p6"/>
          <p:cNvSpPr/>
          <p:nvPr/>
        </p:nvSpPr>
        <p:spPr>
          <a:xfrm rot="10800000">
            <a:off x="5410055" y="-23149"/>
            <a:ext cx="4051800" cy="51897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6" name="Google Shape;36;p6"/>
          <p:cNvSpPr txBox="1"/>
          <p:nvPr>
            <p:ph type="ctrTitle"/>
          </p:nvPr>
        </p:nvSpPr>
        <p:spPr>
          <a:xfrm>
            <a:off x="431753" y="2922000"/>
            <a:ext cx="7602000" cy="4848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3000"/>
              <a:buFont typeface="Arial"/>
              <a:buNone/>
              <a:defRPr b="1" i="0" sz="3000" cap="none">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6"/>
          <p:cNvSpPr txBox="1"/>
          <p:nvPr>
            <p:ph idx="1" type="subTitle"/>
          </p:nvPr>
        </p:nvSpPr>
        <p:spPr>
          <a:xfrm>
            <a:off x="431754" y="3412500"/>
            <a:ext cx="6858000" cy="408300"/>
          </a:xfrm>
          <a:prstGeom prst="rect">
            <a:avLst/>
          </a:prstGeom>
          <a:noFill/>
          <a:ln>
            <a:noFill/>
          </a:ln>
        </p:spPr>
        <p:txBody>
          <a:bodyPr anchorCtr="0" anchor="t" bIns="34275" lIns="0" spcFirstLastPara="1" rIns="0" wrap="square" tIns="34275">
            <a:spAutoFit/>
          </a:bodyPr>
          <a:lstStyle>
            <a:lvl1pPr lvl="0" algn="l">
              <a:lnSpc>
                <a:spcPct val="113000"/>
              </a:lnSpc>
              <a:spcBef>
                <a:spcPts val="600"/>
              </a:spcBef>
              <a:spcAft>
                <a:spcPts val="0"/>
              </a:spcAft>
              <a:buClr>
                <a:schemeClr val="lt1"/>
              </a:buClr>
              <a:buSzPts val="2000"/>
              <a:buNone/>
              <a:defRPr sz="2000">
                <a:solidFill>
                  <a:schemeClr val="lt1"/>
                </a:solidFill>
                <a:latin typeface="Arial"/>
                <a:ea typeface="Arial"/>
                <a:cs typeface="Arial"/>
                <a:sym typeface="Arial"/>
              </a:defRPr>
            </a:lvl1pPr>
            <a:lvl2pPr lvl="1" algn="ctr">
              <a:lnSpc>
                <a:spcPct val="113000"/>
              </a:lnSpc>
              <a:spcBef>
                <a:spcPts val="600"/>
              </a:spcBef>
              <a:spcAft>
                <a:spcPts val="0"/>
              </a:spcAft>
              <a:buClr>
                <a:schemeClr val="dk2"/>
              </a:buClr>
              <a:buSzPts val="1500"/>
              <a:buNone/>
              <a:defRPr sz="1500"/>
            </a:lvl2pPr>
            <a:lvl3pPr lvl="2" algn="ctr">
              <a:lnSpc>
                <a:spcPct val="113000"/>
              </a:lnSpc>
              <a:spcBef>
                <a:spcPts val="600"/>
              </a:spcBef>
              <a:spcAft>
                <a:spcPts val="0"/>
              </a:spcAft>
              <a:buClr>
                <a:schemeClr val="dk2"/>
              </a:buClr>
              <a:buSzPts val="1400"/>
              <a:buNone/>
              <a:defRPr sz="1400"/>
            </a:lvl3pPr>
            <a:lvl4pPr lvl="3" algn="ctr">
              <a:lnSpc>
                <a:spcPct val="113000"/>
              </a:lnSpc>
              <a:spcBef>
                <a:spcPts val="600"/>
              </a:spcBef>
              <a:spcAft>
                <a:spcPts val="0"/>
              </a:spcAft>
              <a:buClr>
                <a:schemeClr val="dk2"/>
              </a:buClr>
              <a:buSzPts val="1200"/>
              <a:buNone/>
              <a:defRPr sz="1200"/>
            </a:lvl4pPr>
            <a:lvl5pPr lvl="4" algn="ctr">
              <a:lnSpc>
                <a:spcPct val="113000"/>
              </a:lnSpc>
              <a:spcBef>
                <a:spcPts val="6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8" name="Google Shape;38;p6"/>
          <p:cNvSpPr txBox="1"/>
          <p:nvPr>
            <p:ph idx="2" type="body"/>
          </p:nvPr>
        </p:nvSpPr>
        <p:spPr>
          <a:xfrm>
            <a:off x="431754" y="4002847"/>
            <a:ext cx="6858000" cy="382200"/>
          </a:xfrm>
          <a:prstGeom prst="rect">
            <a:avLst/>
          </a:prstGeom>
          <a:noFill/>
          <a:ln>
            <a:noFill/>
          </a:ln>
        </p:spPr>
        <p:txBody>
          <a:bodyPr anchorCtr="0" anchor="t" bIns="34275" lIns="0" spcFirstLastPara="1" rIns="0" wrap="square" tIns="34275">
            <a:spAutoFit/>
          </a:bodyPr>
          <a:lstStyle>
            <a:lvl1pPr indent="-228600" lvl="0" marL="457200" algn="l">
              <a:lnSpc>
                <a:spcPct val="113000"/>
              </a:lnSpc>
              <a:spcBef>
                <a:spcPts val="600"/>
              </a:spcBef>
              <a:spcAft>
                <a:spcPts val="0"/>
              </a:spcAft>
              <a:buClr>
                <a:schemeClr val="accent4"/>
              </a:buClr>
              <a:buSzPts val="1700"/>
              <a:buNone/>
              <a:defRPr>
                <a:solidFill>
                  <a:schemeClr val="accent4"/>
                </a:solidFill>
                <a:latin typeface="Garamond"/>
                <a:ea typeface="Garamond"/>
                <a:cs typeface="Garamond"/>
                <a:sym typeface="Garamond"/>
              </a:defRPr>
            </a:lvl1pPr>
            <a:lvl2pPr indent="-228600" lvl="1" marL="9144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2pPr>
            <a:lvl3pPr indent="-228600" lvl="2" marL="13716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3pPr>
            <a:lvl4pPr indent="-228600" lvl="3" marL="18288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4pPr>
            <a:lvl5pPr indent="-228600" lvl="4" marL="2286000" algn="l">
              <a:lnSpc>
                <a:spcPct val="113000"/>
              </a:lnSpc>
              <a:spcBef>
                <a:spcPts val="600"/>
              </a:spcBef>
              <a:spcAft>
                <a:spcPts val="0"/>
              </a:spcAft>
              <a:buClr>
                <a:schemeClr val="accent4"/>
              </a:buClr>
              <a:buSzPts val="1200"/>
              <a:buNone/>
              <a:defRPr>
                <a:solidFill>
                  <a:schemeClr val="accent4"/>
                </a:solidFill>
                <a:latin typeface="Garamond"/>
                <a:ea typeface="Garamond"/>
                <a:cs typeface="Garamond"/>
                <a:sym typeface="Garamond"/>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39" name="Google Shape;39;p6"/>
          <p:cNvCxnSpPr/>
          <p:nvPr/>
        </p:nvCxnSpPr>
        <p:spPr>
          <a:xfrm flipH="1">
            <a:off x="7426183" y="0"/>
            <a:ext cx="1107600" cy="2713800"/>
          </a:xfrm>
          <a:prstGeom prst="straightConnector1">
            <a:avLst/>
          </a:prstGeom>
          <a:noFill/>
          <a:ln cap="flat" cmpd="sng" w="14300">
            <a:solidFill>
              <a:schemeClr val="accent4"/>
            </a:solidFill>
            <a:prstDash val="solid"/>
            <a:miter lim="800000"/>
            <a:headEnd len="sm" w="sm" type="none"/>
            <a:tailEnd len="sm" w="sm" type="none"/>
          </a:ln>
        </p:spPr>
      </p:cxnSp>
      <p:pic>
        <p:nvPicPr>
          <p:cNvPr id="40" name="Google Shape;40;p6"/>
          <p:cNvPicPr preferRelativeResize="0"/>
          <p:nvPr/>
        </p:nvPicPr>
        <p:blipFill rotWithShape="1">
          <a:blip r:embed="rId3">
            <a:alphaModFix/>
          </a:blip>
          <a:srcRect b="0" l="0" r="60489" t="0"/>
          <a:stretch/>
        </p:blipFill>
        <p:spPr>
          <a:xfrm>
            <a:off x="431754" y="399769"/>
            <a:ext cx="2020933" cy="504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mphasis" showMasterSp="0">
  <p:cSld name="Content: Emphasis">
    <p:bg>
      <p:bgPr>
        <a:solidFill>
          <a:schemeClr val="accent1"/>
        </a:solidFill>
      </p:bgPr>
    </p:bg>
    <p:spTree>
      <p:nvGrpSpPr>
        <p:cNvPr id="41" name="Shape 41"/>
        <p:cNvGrpSpPr/>
        <p:nvPr/>
      </p:nvGrpSpPr>
      <p:grpSpPr>
        <a:xfrm>
          <a:off x="0" y="0"/>
          <a:ext cx="0" cy="0"/>
          <a:chOff x="0" y="0"/>
          <a:chExt cx="0" cy="0"/>
        </a:xfrm>
      </p:grpSpPr>
      <p:sp>
        <p:nvSpPr>
          <p:cNvPr id="42" name="Google Shape;42;p7"/>
          <p:cNvSpPr/>
          <p:nvPr/>
        </p:nvSpPr>
        <p:spPr>
          <a:xfrm>
            <a:off x="0" y="4877628"/>
            <a:ext cx="9144000" cy="2886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2400">
              <a:solidFill>
                <a:srgbClr val="002C77"/>
              </a:solidFill>
              <a:latin typeface="Arial"/>
              <a:ea typeface="Arial"/>
              <a:cs typeface="Arial"/>
              <a:sym typeface="Arial"/>
            </a:endParaRPr>
          </a:p>
        </p:txBody>
      </p:sp>
      <p:sp>
        <p:nvSpPr>
          <p:cNvPr id="43" name="Google Shape;43;p7"/>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 name="Google Shape;44;p7"/>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a:solidFill>
                  <a:schemeClr val="lt1"/>
                </a:solidFill>
              </a:defRPr>
            </a:lvl1pPr>
            <a:lvl2pPr indent="-228600" lvl="1" marL="914400" algn="l">
              <a:lnSpc>
                <a:spcPct val="113000"/>
              </a:lnSpc>
              <a:spcBef>
                <a:spcPts val="600"/>
              </a:spcBef>
              <a:spcAft>
                <a:spcPts val="0"/>
              </a:spcAft>
              <a:buClr>
                <a:schemeClr val="lt1"/>
              </a:buClr>
              <a:buSzPts val="1200"/>
              <a:buNone/>
              <a:defRPr>
                <a:solidFill>
                  <a:schemeClr val="lt1"/>
                </a:solidFill>
              </a:defRPr>
            </a:lvl2pPr>
            <a:lvl3pPr indent="-228600" lvl="2" marL="1371600" algn="l">
              <a:lnSpc>
                <a:spcPct val="113000"/>
              </a:lnSpc>
              <a:spcBef>
                <a:spcPts val="600"/>
              </a:spcBef>
              <a:spcAft>
                <a:spcPts val="0"/>
              </a:spcAft>
              <a:buClr>
                <a:schemeClr val="lt1"/>
              </a:buClr>
              <a:buSzPts val="1200"/>
              <a:buNone/>
              <a:defRPr>
                <a:solidFill>
                  <a:schemeClr val="lt1"/>
                </a:solidFill>
              </a:defRPr>
            </a:lvl3pPr>
            <a:lvl4pPr indent="-228600" lvl="3" marL="1828800" algn="l">
              <a:lnSpc>
                <a:spcPct val="113000"/>
              </a:lnSpc>
              <a:spcBef>
                <a:spcPts val="600"/>
              </a:spcBef>
              <a:spcAft>
                <a:spcPts val="0"/>
              </a:spcAft>
              <a:buClr>
                <a:schemeClr val="lt1"/>
              </a:buClr>
              <a:buSzPts val="1200"/>
              <a:buNone/>
              <a:defRPr>
                <a:solidFill>
                  <a:schemeClr val="lt1"/>
                </a:solidFill>
              </a:defRPr>
            </a:lvl4pPr>
            <a:lvl5pPr indent="-228600" lvl="4" marL="2286000" algn="l">
              <a:lnSpc>
                <a:spcPct val="113000"/>
              </a:lnSpc>
              <a:spcBef>
                <a:spcPts val="600"/>
              </a:spcBef>
              <a:spcAft>
                <a:spcPts val="0"/>
              </a:spcAft>
              <a:buClr>
                <a:schemeClr val="lt1"/>
              </a:buClr>
              <a:buSzPts val="12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7"/>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 name="Google Shape;46;p7"/>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47" name="Google Shape;47;p7"/>
          <p:cNvPicPr preferRelativeResize="0"/>
          <p:nvPr/>
        </p:nvPicPr>
        <p:blipFill rotWithShape="1">
          <a:blip r:embed="rId2">
            <a:alphaModFix/>
          </a:blip>
          <a:srcRect b="0" l="0" r="0" t="0"/>
          <a:stretch/>
        </p:blipFill>
        <p:spPr>
          <a:xfrm>
            <a:off x="114210" y="4946783"/>
            <a:ext cx="686018" cy="129823"/>
          </a:xfrm>
          <a:prstGeom prst="rect">
            <a:avLst/>
          </a:prstGeom>
          <a:noFill/>
          <a:ln>
            <a:noFill/>
          </a:ln>
        </p:spPr>
      </p:pic>
      <p:cxnSp>
        <p:nvCxnSpPr>
          <p:cNvPr id="48" name="Google Shape;48;p7"/>
          <p:cNvCxnSpPr/>
          <p:nvPr/>
        </p:nvCxnSpPr>
        <p:spPr>
          <a:xfrm flipH="1" rot="10800000">
            <a:off x="8694560" y="4914596"/>
            <a:ext cx="72900" cy="159900"/>
          </a:xfrm>
          <a:prstGeom prst="straightConnector1">
            <a:avLst/>
          </a:prstGeom>
          <a:noFill/>
          <a:ln cap="flat" cmpd="sng" w="19050">
            <a:solidFill>
              <a:srgbClr val="C5093B"/>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showMasterSp="0" type="secHead">
  <p:cSld name="SECTION_HEADER">
    <p:bg>
      <p:bgPr>
        <a:solidFill>
          <a:schemeClr val="accent1"/>
        </a:solidFill>
      </p:bgPr>
    </p:bg>
    <p:spTree>
      <p:nvGrpSpPr>
        <p:cNvPr id="49" name="Shape 49"/>
        <p:cNvGrpSpPr/>
        <p:nvPr/>
      </p:nvGrpSpPr>
      <p:grpSpPr>
        <a:xfrm>
          <a:off x="0" y="0"/>
          <a:ext cx="0" cy="0"/>
          <a:chOff x="0" y="0"/>
          <a:chExt cx="0" cy="0"/>
        </a:xfrm>
      </p:grpSpPr>
      <p:sp>
        <p:nvSpPr>
          <p:cNvPr id="50" name="Google Shape;50;p8"/>
          <p:cNvSpPr/>
          <p:nvPr/>
        </p:nvSpPr>
        <p:spPr>
          <a:xfrm>
            <a:off x="767336" y="-23052"/>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1" name="Google Shape;51;p8"/>
          <p:cNvSpPr/>
          <p:nvPr/>
        </p:nvSpPr>
        <p:spPr>
          <a:xfrm rot="10800000">
            <a:off x="-1107143" y="-23149"/>
            <a:ext cx="4051800" cy="5189700"/>
          </a:xfrm>
          <a:prstGeom prst="parallelogram">
            <a:avLst>
              <a:gd fmla="val 52245" name="adj"/>
            </a:avLst>
          </a:prstGeom>
          <a:gradFill>
            <a:gsLst>
              <a:gs pos="0">
                <a:srgbClr val="96227D">
                  <a:alpha val="0"/>
                </a:srgbClr>
              </a:gs>
              <a:gs pos="20000">
                <a:srgbClr val="96227D">
                  <a:alpha val="0"/>
                </a:srgbClr>
              </a:gs>
              <a:gs pos="100000">
                <a:schemeClr val="accent5"/>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52" name="Google Shape;52;p8"/>
          <p:cNvGrpSpPr/>
          <p:nvPr/>
        </p:nvGrpSpPr>
        <p:grpSpPr>
          <a:xfrm>
            <a:off x="-704882" y="480836"/>
            <a:ext cx="2106233" cy="78292"/>
            <a:chOff x="812828" y="68092"/>
            <a:chExt cx="2808311" cy="104389"/>
          </a:xfrm>
        </p:grpSpPr>
        <p:grpSp>
          <p:nvGrpSpPr>
            <p:cNvPr id="53" name="Google Shape;53;p8"/>
            <p:cNvGrpSpPr/>
            <p:nvPr/>
          </p:nvGrpSpPr>
          <p:grpSpPr>
            <a:xfrm rot="-8100000">
              <a:off x="828115" y="83385"/>
              <a:ext cx="73810" cy="73810"/>
              <a:chOff x="5762727" y="855527"/>
              <a:chExt cx="183000" cy="183000"/>
            </a:xfrm>
          </p:grpSpPr>
          <p:cxnSp>
            <p:nvCxnSpPr>
              <p:cNvPr id="54" name="Google Shape;54;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55" name="Google Shape;55;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56" name="Google Shape;56;p8"/>
            <p:cNvGrpSpPr/>
            <p:nvPr/>
          </p:nvGrpSpPr>
          <p:grpSpPr>
            <a:xfrm rot="-8100000">
              <a:off x="1166106" y="83384"/>
              <a:ext cx="73810" cy="73810"/>
              <a:chOff x="5762727" y="855527"/>
              <a:chExt cx="183000" cy="183000"/>
            </a:xfrm>
          </p:grpSpPr>
          <p:cxnSp>
            <p:nvCxnSpPr>
              <p:cNvPr id="57" name="Google Shape;57;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58" name="Google Shape;58;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59" name="Google Shape;59;p8"/>
            <p:cNvGrpSpPr/>
            <p:nvPr/>
          </p:nvGrpSpPr>
          <p:grpSpPr>
            <a:xfrm rot="-8100000">
              <a:off x="1504097" y="83383"/>
              <a:ext cx="73810" cy="73810"/>
              <a:chOff x="5762727" y="855527"/>
              <a:chExt cx="183000" cy="183000"/>
            </a:xfrm>
          </p:grpSpPr>
          <p:cxnSp>
            <p:nvCxnSpPr>
              <p:cNvPr id="60" name="Google Shape;60;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1" name="Google Shape;61;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2" name="Google Shape;62;p8"/>
            <p:cNvGrpSpPr/>
            <p:nvPr/>
          </p:nvGrpSpPr>
          <p:grpSpPr>
            <a:xfrm rot="-8100000">
              <a:off x="1842088" y="83382"/>
              <a:ext cx="73810" cy="73810"/>
              <a:chOff x="5762727" y="855527"/>
              <a:chExt cx="183000" cy="183000"/>
            </a:xfrm>
          </p:grpSpPr>
          <p:cxnSp>
            <p:nvCxnSpPr>
              <p:cNvPr id="63" name="Google Shape;63;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4" name="Google Shape;64;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5" name="Google Shape;65;p8"/>
            <p:cNvGrpSpPr/>
            <p:nvPr/>
          </p:nvGrpSpPr>
          <p:grpSpPr>
            <a:xfrm rot="-8100000">
              <a:off x="2180079" y="83381"/>
              <a:ext cx="73810" cy="73810"/>
              <a:chOff x="5762727" y="855527"/>
              <a:chExt cx="183000" cy="183000"/>
            </a:xfrm>
          </p:grpSpPr>
          <p:cxnSp>
            <p:nvCxnSpPr>
              <p:cNvPr id="66" name="Google Shape;66;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67" name="Google Shape;67;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68" name="Google Shape;68;p8"/>
            <p:cNvGrpSpPr/>
            <p:nvPr/>
          </p:nvGrpSpPr>
          <p:grpSpPr>
            <a:xfrm rot="-8100000">
              <a:off x="2518070" y="83380"/>
              <a:ext cx="73810" cy="73810"/>
              <a:chOff x="5762727" y="855527"/>
              <a:chExt cx="183000" cy="183000"/>
            </a:xfrm>
          </p:grpSpPr>
          <p:cxnSp>
            <p:nvCxnSpPr>
              <p:cNvPr id="69" name="Google Shape;69;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0" name="Google Shape;70;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1" name="Google Shape;71;p8"/>
            <p:cNvGrpSpPr/>
            <p:nvPr/>
          </p:nvGrpSpPr>
          <p:grpSpPr>
            <a:xfrm rot="-8100000">
              <a:off x="2856061" y="83380"/>
              <a:ext cx="73810" cy="73810"/>
              <a:chOff x="5762727" y="855527"/>
              <a:chExt cx="183000" cy="183000"/>
            </a:xfrm>
          </p:grpSpPr>
          <p:cxnSp>
            <p:nvCxnSpPr>
              <p:cNvPr id="72" name="Google Shape;72;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3" name="Google Shape;73;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4" name="Google Shape;74;p8"/>
            <p:cNvGrpSpPr/>
            <p:nvPr/>
          </p:nvGrpSpPr>
          <p:grpSpPr>
            <a:xfrm rot="-8100000">
              <a:off x="3194052" y="83379"/>
              <a:ext cx="73810" cy="73810"/>
              <a:chOff x="5762727" y="855527"/>
              <a:chExt cx="183000" cy="183000"/>
            </a:xfrm>
          </p:grpSpPr>
          <p:cxnSp>
            <p:nvCxnSpPr>
              <p:cNvPr id="75" name="Google Shape;75;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6" name="Google Shape;76;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77" name="Google Shape;77;p8"/>
            <p:cNvGrpSpPr/>
            <p:nvPr/>
          </p:nvGrpSpPr>
          <p:grpSpPr>
            <a:xfrm rot="-8100000">
              <a:off x="3532043" y="83379"/>
              <a:ext cx="73810" cy="73810"/>
              <a:chOff x="5762727" y="855527"/>
              <a:chExt cx="183000" cy="183000"/>
            </a:xfrm>
          </p:grpSpPr>
          <p:cxnSp>
            <p:nvCxnSpPr>
              <p:cNvPr id="78" name="Google Shape;78;p8"/>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79" name="Google Shape;79;p8"/>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sp>
        <p:nvSpPr>
          <p:cNvPr id="80" name="Google Shape;80;p8"/>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8"/>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pic>
        <p:nvPicPr>
          <p:cNvPr id="82" name="Google Shape;82;p8"/>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cxnSp>
        <p:nvCxnSpPr>
          <p:cNvPr id="83" name="Google Shape;83;p8"/>
          <p:cNvCxnSpPr/>
          <p:nvPr/>
        </p:nvCxnSpPr>
        <p:spPr>
          <a:xfrm rot="10800000">
            <a:off x="618005" y="3550369"/>
            <a:ext cx="497700" cy="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Header" showMasterSp="0">
  <p:cSld name="6_Section Header">
    <p:bg>
      <p:bgPr>
        <a:solidFill>
          <a:schemeClr val="accent1"/>
        </a:solidFill>
      </p:bgPr>
    </p:bg>
    <p:spTree>
      <p:nvGrpSpPr>
        <p:cNvPr id="84" name="Shape 84"/>
        <p:cNvGrpSpPr/>
        <p:nvPr/>
      </p:nvGrpSpPr>
      <p:grpSpPr>
        <a:xfrm>
          <a:off x="0" y="0"/>
          <a:ext cx="0" cy="0"/>
          <a:chOff x="0" y="0"/>
          <a:chExt cx="0" cy="0"/>
        </a:xfrm>
      </p:grpSpPr>
      <p:sp>
        <p:nvSpPr>
          <p:cNvPr id="85" name="Google Shape;85;p9"/>
          <p:cNvSpPr/>
          <p:nvPr/>
        </p:nvSpPr>
        <p:spPr>
          <a:xfrm>
            <a:off x="767336" y="-23052"/>
            <a:ext cx="2685000" cy="3438900"/>
          </a:xfrm>
          <a:prstGeom prst="parallelogram">
            <a:avLst>
              <a:gd fmla="val 52245" name="adj"/>
            </a:avLst>
          </a:prstGeom>
          <a:gradFill>
            <a:gsLst>
              <a:gs pos="0">
                <a:srgbClr val="026CB5">
                  <a:alpha val="0"/>
                </a:srgbClr>
              </a:gs>
              <a:gs pos="40000">
                <a:srgbClr val="026CB5">
                  <a:alpha val="0"/>
                </a:srgbClr>
              </a:gs>
              <a:gs pos="100000">
                <a:srgbClr val="026CB5">
                  <a:alpha val="6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6" name="Google Shape;86;p9"/>
          <p:cNvSpPr/>
          <p:nvPr/>
        </p:nvSpPr>
        <p:spPr>
          <a:xfrm rot="10800000">
            <a:off x="-1107143" y="-23149"/>
            <a:ext cx="4051800" cy="5189700"/>
          </a:xfrm>
          <a:prstGeom prst="parallelogram">
            <a:avLst>
              <a:gd fmla="val 52245" name="adj"/>
            </a:avLst>
          </a:prstGeom>
          <a:gradFill>
            <a:gsLst>
              <a:gs pos="0">
                <a:srgbClr val="990000">
                  <a:alpha val="0"/>
                </a:srgbClr>
              </a:gs>
              <a:gs pos="20000">
                <a:srgbClr val="990000">
                  <a:alpha val="0"/>
                </a:srgbClr>
              </a:gs>
              <a:gs pos="100000">
                <a:schemeClr val="accent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87" name="Google Shape;87;p9"/>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grpSp>
        <p:nvGrpSpPr>
          <p:cNvPr id="88" name="Google Shape;88;p9"/>
          <p:cNvGrpSpPr/>
          <p:nvPr/>
        </p:nvGrpSpPr>
        <p:grpSpPr>
          <a:xfrm>
            <a:off x="-704882" y="480836"/>
            <a:ext cx="2106233" cy="78292"/>
            <a:chOff x="812828" y="68092"/>
            <a:chExt cx="2808311" cy="104389"/>
          </a:xfrm>
        </p:grpSpPr>
        <p:grpSp>
          <p:nvGrpSpPr>
            <p:cNvPr id="89" name="Google Shape;89;p9"/>
            <p:cNvGrpSpPr/>
            <p:nvPr/>
          </p:nvGrpSpPr>
          <p:grpSpPr>
            <a:xfrm rot="-8100000">
              <a:off x="828115" y="83385"/>
              <a:ext cx="73810" cy="73810"/>
              <a:chOff x="5762727" y="855527"/>
              <a:chExt cx="183000" cy="183000"/>
            </a:xfrm>
          </p:grpSpPr>
          <p:cxnSp>
            <p:nvCxnSpPr>
              <p:cNvPr id="90" name="Google Shape;90;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1" name="Google Shape;91;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2" name="Google Shape;92;p9"/>
            <p:cNvGrpSpPr/>
            <p:nvPr/>
          </p:nvGrpSpPr>
          <p:grpSpPr>
            <a:xfrm rot="-8100000">
              <a:off x="1166106" y="83384"/>
              <a:ext cx="73810" cy="73810"/>
              <a:chOff x="5762727" y="855527"/>
              <a:chExt cx="183000" cy="183000"/>
            </a:xfrm>
          </p:grpSpPr>
          <p:cxnSp>
            <p:nvCxnSpPr>
              <p:cNvPr id="93" name="Google Shape;93;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4" name="Google Shape;94;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5" name="Google Shape;95;p9"/>
            <p:cNvGrpSpPr/>
            <p:nvPr/>
          </p:nvGrpSpPr>
          <p:grpSpPr>
            <a:xfrm rot="-8100000">
              <a:off x="1504097" y="83383"/>
              <a:ext cx="73810" cy="73810"/>
              <a:chOff x="5762727" y="855527"/>
              <a:chExt cx="183000" cy="183000"/>
            </a:xfrm>
          </p:grpSpPr>
          <p:cxnSp>
            <p:nvCxnSpPr>
              <p:cNvPr id="96" name="Google Shape;96;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97" name="Google Shape;97;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98" name="Google Shape;98;p9"/>
            <p:cNvGrpSpPr/>
            <p:nvPr/>
          </p:nvGrpSpPr>
          <p:grpSpPr>
            <a:xfrm rot="-8100000">
              <a:off x="1842088" y="83382"/>
              <a:ext cx="73810" cy="73810"/>
              <a:chOff x="5762727" y="855527"/>
              <a:chExt cx="183000" cy="183000"/>
            </a:xfrm>
          </p:grpSpPr>
          <p:cxnSp>
            <p:nvCxnSpPr>
              <p:cNvPr id="99" name="Google Shape;99;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0" name="Google Shape;100;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1" name="Google Shape;101;p9"/>
            <p:cNvGrpSpPr/>
            <p:nvPr/>
          </p:nvGrpSpPr>
          <p:grpSpPr>
            <a:xfrm rot="-8100000">
              <a:off x="2180079" y="83381"/>
              <a:ext cx="73810" cy="73810"/>
              <a:chOff x="5762727" y="855527"/>
              <a:chExt cx="183000" cy="183000"/>
            </a:xfrm>
          </p:grpSpPr>
          <p:cxnSp>
            <p:nvCxnSpPr>
              <p:cNvPr id="102" name="Google Shape;102;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3" name="Google Shape;103;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4" name="Google Shape;104;p9"/>
            <p:cNvGrpSpPr/>
            <p:nvPr/>
          </p:nvGrpSpPr>
          <p:grpSpPr>
            <a:xfrm rot="-8100000">
              <a:off x="2518070" y="83380"/>
              <a:ext cx="73810" cy="73810"/>
              <a:chOff x="5762727" y="855527"/>
              <a:chExt cx="183000" cy="183000"/>
            </a:xfrm>
          </p:grpSpPr>
          <p:cxnSp>
            <p:nvCxnSpPr>
              <p:cNvPr id="105" name="Google Shape;105;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6" name="Google Shape;106;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07" name="Google Shape;107;p9"/>
            <p:cNvGrpSpPr/>
            <p:nvPr/>
          </p:nvGrpSpPr>
          <p:grpSpPr>
            <a:xfrm rot="-8100000">
              <a:off x="2856061" y="83380"/>
              <a:ext cx="73810" cy="73810"/>
              <a:chOff x="5762727" y="855527"/>
              <a:chExt cx="183000" cy="183000"/>
            </a:xfrm>
          </p:grpSpPr>
          <p:cxnSp>
            <p:nvCxnSpPr>
              <p:cNvPr id="108" name="Google Shape;108;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09" name="Google Shape;109;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10" name="Google Shape;110;p9"/>
            <p:cNvGrpSpPr/>
            <p:nvPr/>
          </p:nvGrpSpPr>
          <p:grpSpPr>
            <a:xfrm rot="-8100000">
              <a:off x="3194052" y="83379"/>
              <a:ext cx="73810" cy="73810"/>
              <a:chOff x="5762727" y="855527"/>
              <a:chExt cx="183000" cy="183000"/>
            </a:xfrm>
          </p:grpSpPr>
          <p:cxnSp>
            <p:nvCxnSpPr>
              <p:cNvPr id="111" name="Google Shape;111;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12" name="Google Shape;112;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nvGrpSpPr>
            <p:cNvPr id="113" name="Google Shape;113;p9"/>
            <p:cNvGrpSpPr/>
            <p:nvPr/>
          </p:nvGrpSpPr>
          <p:grpSpPr>
            <a:xfrm rot="-8100000">
              <a:off x="3532043" y="83379"/>
              <a:ext cx="73810" cy="73810"/>
              <a:chOff x="5762727" y="855527"/>
              <a:chExt cx="183000" cy="183000"/>
            </a:xfrm>
          </p:grpSpPr>
          <p:cxnSp>
            <p:nvCxnSpPr>
              <p:cNvPr id="114" name="Google Shape;114;p9"/>
              <p:cNvCxnSpPr/>
              <p:nvPr/>
            </p:nvCxnSpPr>
            <p:spPr>
              <a:xfrm>
                <a:off x="5762847" y="855527"/>
                <a:ext cx="0" cy="183000"/>
              </a:xfrm>
              <a:prstGeom prst="straightConnector1">
                <a:avLst/>
              </a:prstGeom>
              <a:noFill/>
              <a:ln cap="flat" cmpd="sng" w="14300">
                <a:solidFill>
                  <a:schemeClr val="accent4"/>
                </a:solidFill>
                <a:prstDash val="solid"/>
                <a:miter lim="800000"/>
                <a:headEnd len="sm" w="sm" type="none"/>
                <a:tailEnd len="sm" w="sm" type="none"/>
              </a:ln>
            </p:spPr>
          </p:cxnSp>
          <p:cxnSp>
            <p:nvCxnSpPr>
              <p:cNvPr id="115" name="Google Shape;115;p9"/>
              <p:cNvCxnSpPr/>
              <p:nvPr/>
            </p:nvCxnSpPr>
            <p:spPr>
              <a:xfrm rot="10800000">
                <a:off x="5762727" y="1038407"/>
                <a:ext cx="183000" cy="0"/>
              </a:xfrm>
              <a:prstGeom prst="straightConnector1">
                <a:avLst/>
              </a:prstGeom>
              <a:noFill/>
              <a:ln cap="flat" cmpd="sng" w="14300">
                <a:solidFill>
                  <a:schemeClr val="accent4"/>
                </a:solidFill>
                <a:prstDash val="solid"/>
                <a:miter lim="800000"/>
                <a:headEnd len="sm" w="sm" type="none"/>
                <a:tailEnd len="sm" w="sm" type="none"/>
              </a:ln>
            </p:spPr>
          </p:cxnSp>
        </p:grpSp>
      </p:grpSp>
      <p:sp>
        <p:nvSpPr>
          <p:cNvPr id="116" name="Google Shape;116;p9"/>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9"/>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cxnSp>
        <p:nvCxnSpPr>
          <p:cNvPr id="118" name="Google Shape;118;p9"/>
          <p:cNvCxnSpPr/>
          <p:nvPr/>
        </p:nvCxnSpPr>
        <p:spPr>
          <a:xfrm rot="10800000">
            <a:off x="618005" y="3550369"/>
            <a:ext cx="497700" cy="0"/>
          </a:xfrm>
          <a:prstGeom prst="straightConnector1">
            <a:avLst/>
          </a:prstGeom>
          <a:noFill/>
          <a:ln cap="flat" cmpd="sng" w="14300">
            <a:solidFill>
              <a:schemeClr val="accent4"/>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ection Header" showMasterSp="0">
  <p:cSld name="10_Section Header">
    <p:bg>
      <p:bgPr>
        <a:solidFill>
          <a:schemeClr val="accent5"/>
        </a:solidFill>
      </p:bgPr>
    </p:bg>
    <p:spTree>
      <p:nvGrpSpPr>
        <p:cNvPr id="119" name="Shape 119"/>
        <p:cNvGrpSpPr/>
        <p:nvPr/>
      </p:nvGrpSpPr>
      <p:grpSpPr>
        <a:xfrm>
          <a:off x="0" y="0"/>
          <a:ext cx="0" cy="0"/>
          <a:chOff x="0" y="0"/>
          <a:chExt cx="0" cy="0"/>
        </a:xfrm>
      </p:grpSpPr>
      <p:sp>
        <p:nvSpPr>
          <p:cNvPr id="120" name="Google Shape;120;p10"/>
          <p:cNvSpPr/>
          <p:nvPr/>
        </p:nvSpPr>
        <p:spPr>
          <a:xfrm>
            <a:off x="767336" y="-23052"/>
            <a:ext cx="2685000" cy="3438900"/>
          </a:xfrm>
          <a:prstGeom prst="parallelogram">
            <a:avLst>
              <a:gd fmla="val 52245" name="adj"/>
            </a:avLst>
          </a:prstGeom>
          <a:gradFill>
            <a:gsLst>
              <a:gs pos="0">
                <a:srgbClr val="70195D">
                  <a:alpha val="0"/>
                </a:srgbClr>
              </a:gs>
              <a:gs pos="20000">
                <a:srgbClr val="70195D">
                  <a:alpha val="0"/>
                </a:srgbClr>
              </a:gs>
              <a:gs pos="100000">
                <a:srgbClr val="70195D"/>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10"/>
          <p:cNvSpPr/>
          <p:nvPr/>
        </p:nvSpPr>
        <p:spPr>
          <a:xfrm rot="10800000">
            <a:off x="-1107143" y="-23149"/>
            <a:ext cx="4051800" cy="5189700"/>
          </a:xfrm>
          <a:prstGeom prst="parallelogram">
            <a:avLst>
              <a:gd fmla="val 52245" name="adj"/>
            </a:avLst>
          </a:prstGeom>
          <a:gradFill>
            <a:gsLst>
              <a:gs pos="0">
                <a:srgbClr val="D7BC6A">
                  <a:alpha val="0"/>
                </a:srgbClr>
              </a:gs>
              <a:gs pos="40000">
                <a:srgbClr val="D7BC6A">
                  <a:alpha val="0"/>
                </a:srgbClr>
              </a:gs>
              <a:gs pos="100000">
                <a:schemeClr val="accent6"/>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122" name="Google Shape;122;p10"/>
          <p:cNvPicPr preferRelativeResize="0"/>
          <p:nvPr/>
        </p:nvPicPr>
        <p:blipFill rotWithShape="1">
          <a:blip r:embed="rId2">
            <a:alphaModFix amt="20000"/>
          </a:blip>
          <a:srcRect b="0" l="0" r="0" t="0"/>
          <a:stretch/>
        </p:blipFill>
        <p:spPr>
          <a:xfrm>
            <a:off x="7308716" y="1952319"/>
            <a:ext cx="2484206" cy="2845285"/>
          </a:xfrm>
          <a:prstGeom prst="rect">
            <a:avLst/>
          </a:prstGeom>
          <a:noFill/>
          <a:ln>
            <a:noFill/>
          </a:ln>
        </p:spPr>
      </p:pic>
      <p:grpSp>
        <p:nvGrpSpPr>
          <p:cNvPr id="123" name="Google Shape;123;p10"/>
          <p:cNvGrpSpPr/>
          <p:nvPr/>
        </p:nvGrpSpPr>
        <p:grpSpPr>
          <a:xfrm>
            <a:off x="-704882" y="480836"/>
            <a:ext cx="2106233" cy="78292"/>
            <a:chOff x="812828" y="68092"/>
            <a:chExt cx="2808311" cy="104389"/>
          </a:xfrm>
        </p:grpSpPr>
        <p:grpSp>
          <p:nvGrpSpPr>
            <p:cNvPr id="124" name="Google Shape;124;p10"/>
            <p:cNvGrpSpPr/>
            <p:nvPr/>
          </p:nvGrpSpPr>
          <p:grpSpPr>
            <a:xfrm rot="-8100000">
              <a:off x="828115" y="83385"/>
              <a:ext cx="73810" cy="73810"/>
              <a:chOff x="5762727" y="855527"/>
              <a:chExt cx="183000" cy="183000"/>
            </a:xfrm>
          </p:grpSpPr>
          <p:cxnSp>
            <p:nvCxnSpPr>
              <p:cNvPr id="125" name="Google Shape;125;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26" name="Google Shape;126;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27" name="Google Shape;127;p10"/>
            <p:cNvGrpSpPr/>
            <p:nvPr/>
          </p:nvGrpSpPr>
          <p:grpSpPr>
            <a:xfrm rot="-8100000">
              <a:off x="1166106" y="83384"/>
              <a:ext cx="73810" cy="73810"/>
              <a:chOff x="5762727" y="855527"/>
              <a:chExt cx="183000" cy="183000"/>
            </a:xfrm>
          </p:grpSpPr>
          <p:cxnSp>
            <p:nvCxnSpPr>
              <p:cNvPr id="128" name="Google Shape;128;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29" name="Google Shape;129;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0" name="Google Shape;130;p10"/>
            <p:cNvGrpSpPr/>
            <p:nvPr/>
          </p:nvGrpSpPr>
          <p:grpSpPr>
            <a:xfrm rot="-8100000">
              <a:off x="1504097" y="83383"/>
              <a:ext cx="73810" cy="73810"/>
              <a:chOff x="5762727" y="855527"/>
              <a:chExt cx="183000" cy="183000"/>
            </a:xfrm>
          </p:grpSpPr>
          <p:cxnSp>
            <p:nvCxnSpPr>
              <p:cNvPr id="131" name="Google Shape;131;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2" name="Google Shape;132;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3" name="Google Shape;133;p10"/>
            <p:cNvGrpSpPr/>
            <p:nvPr/>
          </p:nvGrpSpPr>
          <p:grpSpPr>
            <a:xfrm rot="-8100000">
              <a:off x="1842088" y="83382"/>
              <a:ext cx="73810" cy="73810"/>
              <a:chOff x="5762727" y="855527"/>
              <a:chExt cx="183000" cy="183000"/>
            </a:xfrm>
          </p:grpSpPr>
          <p:cxnSp>
            <p:nvCxnSpPr>
              <p:cNvPr id="134" name="Google Shape;134;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5" name="Google Shape;135;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6" name="Google Shape;136;p10"/>
            <p:cNvGrpSpPr/>
            <p:nvPr/>
          </p:nvGrpSpPr>
          <p:grpSpPr>
            <a:xfrm rot="-8100000">
              <a:off x="2180079" y="83381"/>
              <a:ext cx="73810" cy="73810"/>
              <a:chOff x="5762727" y="855527"/>
              <a:chExt cx="183000" cy="183000"/>
            </a:xfrm>
          </p:grpSpPr>
          <p:cxnSp>
            <p:nvCxnSpPr>
              <p:cNvPr id="137" name="Google Shape;137;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38" name="Google Shape;138;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39" name="Google Shape;139;p10"/>
            <p:cNvGrpSpPr/>
            <p:nvPr/>
          </p:nvGrpSpPr>
          <p:grpSpPr>
            <a:xfrm rot="-8100000">
              <a:off x="2518070" y="83380"/>
              <a:ext cx="73810" cy="73810"/>
              <a:chOff x="5762727" y="855527"/>
              <a:chExt cx="183000" cy="183000"/>
            </a:xfrm>
          </p:grpSpPr>
          <p:cxnSp>
            <p:nvCxnSpPr>
              <p:cNvPr id="140" name="Google Shape;140;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1" name="Google Shape;141;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2" name="Google Shape;142;p10"/>
            <p:cNvGrpSpPr/>
            <p:nvPr/>
          </p:nvGrpSpPr>
          <p:grpSpPr>
            <a:xfrm rot="-8100000">
              <a:off x="2856061" y="83380"/>
              <a:ext cx="73810" cy="73810"/>
              <a:chOff x="5762727" y="855527"/>
              <a:chExt cx="183000" cy="183000"/>
            </a:xfrm>
          </p:grpSpPr>
          <p:cxnSp>
            <p:nvCxnSpPr>
              <p:cNvPr id="143" name="Google Shape;143;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4" name="Google Shape;144;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5" name="Google Shape;145;p10"/>
            <p:cNvGrpSpPr/>
            <p:nvPr/>
          </p:nvGrpSpPr>
          <p:grpSpPr>
            <a:xfrm rot="-8100000">
              <a:off x="3194052" y="83379"/>
              <a:ext cx="73810" cy="73810"/>
              <a:chOff x="5762727" y="855527"/>
              <a:chExt cx="183000" cy="183000"/>
            </a:xfrm>
          </p:grpSpPr>
          <p:cxnSp>
            <p:nvCxnSpPr>
              <p:cNvPr id="146" name="Google Shape;146;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47" name="Google Shape;147;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48" name="Google Shape;148;p10"/>
            <p:cNvGrpSpPr/>
            <p:nvPr/>
          </p:nvGrpSpPr>
          <p:grpSpPr>
            <a:xfrm rot="-8100000">
              <a:off x="3532043" y="83379"/>
              <a:ext cx="73810" cy="73810"/>
              <a:chOff x="5762727" y="855527"/>
              <a:chExt cx="183000" cy="183000"/>
            </a:xfrm>
          </p:grpSpPr>
          <p:cxnSp>
            <p:nvCxnSpPr>
              <p:cNvPr id="149" name="Google Shape;149;p10"/>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50" name="Google Shape;150;p10"/>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sp>
        <p:nvSpPr>
          <p:cNvPr id="151" name="Google Shape;151;p10"/>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10"/>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cxnSp>
        <p:nvCxnSpPr>
          <p:cNvPr id="153" name="Google Shape;153;p10"/>
          <p:cNvCxnSpPr/>
          <p:nvPr/>
        </p:nvCxnSpPr>
        <p:spPr>
          <a:xfrm rot="10800000">
            <a:off x="618005" y="3550369"/>
            <a:ext cx="497700" cy="0"/>
          </a:xfrm>
          <a:prstGeom prst="straightConnector1">
            <a:avLst/>
          </a:prstGeom>
          <a:noFill/>
          <a:ln cap="flat" cmpd="sng" w="14300">
            <a:solidFill>
              <a:schemeClr val="accen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ection Header" showMasterSp="0">
  <p:cSld name="9_Section Header">
    <p:bg>
      <p:bgPr>
        <a:solidFill>
          <a:schemeClr val="accent3"/>
        </a:solidFill>
      </p:bgPr>
    </p:bg>
    <p:spTree>
      <p:nvGrpSpPr>
        <p:cNvPr id="154" name="Shape 154"/>
        <p:cNvGrpSpPr/>
        <p:nvPr/>
      </p:nvGrpSpPr>
      <p:grpSpPr>
        <a:xfrm>
          <a:off x="0" y="0"/>
          <a:ext cx="0" cy="0"/>
          <a:chOff x="0" y="0"/>
          <a:chExt cx="0" cy="0"/>
        </a:xfrm>
      </p:grpSpPr>
      <p:sp>
        <p:nvSpPr>
          <p:cNvPr id="155" name="Google Shape;155;p11"/>
          <p:cNvSpPr/>
          <p:nvPr/>
        </p:nvSpPr>
        <p:spPr>
          <a:xfrm>
            <a:off x="767336" y="-23052"/>
            <a:ext cx="2685000" cy="3438900"/>
          </a:xfrm>
          <a:prstGeom prst="parallelogram">
            <a:avLst>
              <a:gd fmla="val 52245" name="adj"/>
            </a:avLst>
          </a:prstGeom>
          <a:gradFill>
            <a:gsLst>
              <a:gs pos="0">
                <a:srgbClr val="011F5B">
                  <a:alpha val="0"/>
                </a:srgbClr>
              </a:gs>
              <a:gs pos="20000">
                <a:srgbClr val="011F5B">
                  <a:alpha val="0"/>
                </a:srgbClr>
              </a:gs>
              <a:gs pos="100000">
                <a:srgbClr val="011F5B">
                  <a:alpha val="2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156" name="Google Shape;156;p11"/>
          <p:cNvPicPr preferRelativeResize="0"/>
          <p:nvPr/>
        </p:nvPicPr>
        <p:blipFill rotWithShape="1">
          <a:blip r:embed="rId2">
            <a:alphaModFix/>
          </a:blip>
          <a:srcRect b="0" l="0" r="0" t="0"/>
          <a:stretch/>
        </p:blipFill>
        <p:spPr>
          <a:xfrm>
            <a:off x="7308716" y="1952319"/>
            <a:ext cx="2484206" cy="2845285"/>
          </a:xfrm>
          <a:prstGeom prst="rect">
            <a:avLst/>
          </a:prstGeom>
          <a:noFill/>
          <a:ln>
            <a:noFill/>
          </a:ln>
        </p:spPr>
      </p:pic>
      <p:sp>
        <p:nvSpPr>
          <p:cNvPr id="157" name="Google Shape;157;p11"/>
          <p:cNvSpPr/>
          <p:nvPr/>
        </p:nvSpPr>
        <p:spPr>
          <a:xfrm rot="10800000">
            <a:off x="-1107143" y="-23149"/>
            <a:ext cx="4051800" cy="5189700"/>
          </a:xfrm>
          <a:prstGeom prst="parallelogram">
            <a:avLst>
              <a:gd fmla="val 52245" name="adj"/>
            </a:avLst>
          </a:prstGeom>
          <a:gradFill>
            <a:gsLst>
              <a:gs pos="0">
                <a:srgbClr val="D7BC6A">
                  <a:alpha val="0"/>
                </a:srgbClr>
              </a:gs>
              <a:gs pos="40000">
                <a:srgbClr val="D7BC6A">
                  <a:alpha val="0"/>
                </a:srgbClr>
              </a:gs>
              <a:gs pos="100000">
                <a:schemeClr val="accent6"/>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58" name="Google Shape;158;p11"/>
          <p:cNvGrpSpPr/>
          <p:nvPr/>
        </p:nvGrpSpPr>
        <p:grpSpPr>
          <a:xfrm>
            <a:off x="-704882" y="480836"/>
            <a:ext cx="2106233" cy="78292"/>
            <a:chOff x="812828" y="68092"/>
            <a:chExt cx="2808311" cy="104389"/>
          </a:xfrm>
        </p:grpSpPr>
        <p:grpSp>
          <p:nvGrpSpPr>
            <p:cNvPr id="159" name="Google Shape;159;p11"/>
            <p:cNvGrpSpPr/>
            <p:nvPr/>
          </p:nvGrpSpPr>
          <p:grpSpPr>
            <a:xfrm rot="-8100000">
              <a:off x="828115" y="83385"/>
              <a:ext cx="73810" cy="73810"/>
              <a:chOff x="5762727" y="855527"/>
              <a:chExt cx="183000" cy="183000"/>
            </a:xfrm>
          </p:grpSpPr>
          <p:cxnSp>
            <p:nvCxnSpPr>
              <p:cNvPr id="160" name="Google Shape;160;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1" name="Google Shape;161;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2" name="Google Shape;162;p11"/>
            <p:cNvGrpSpPr/>
            <p:nvPr/>
          </p:nvGrpSpPr>
          <p:grpSpPr>
            <a:xfrm rot="-8100000">
              <a:off x="1166106" y="83384"/>
              <a:ext cx="73810" cy="73810"/>
              <a:chOff x="5762727" y="855527"/>
              <a:chExt cx="183000" cy="183000"/>
            </a:xfrm>
          </p:grpSpPr>
          <p:cxnSp>
            <p:nvCxnSpPr>
              <p:cNvPr id="163" name="Google Shape;163;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4" name="Google Shape;164;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5" name="Google Shape;165;p11"/>
            <p:cNvGrpSpPr/>
            <p:nvPr/>
          </p:nvGrpSpPr>
          <p:grpSpPr>
            <a:xfrm rot="-8100000">
              <a:off x="1504097" y="83383"/>
              <a:ext cx="73810" cy="73810"/>
              <a:chOff x="5762727" y="855527"/>
              <a:chExt cx="183000" cy="183000"/>
            </a:xfrm>
          </p:grpSpPr>
          <p:cxnSp>
            <p:nvCxnSpPr>
              <p:cNvPr id="166" name="Google Shape;166;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67" name="Google Shape;167;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68" name="Google Shape;168;p11"/>
            <p:cNvGrpSpPr/>
            <p:nvPr/>
          </p:nvGrpSpPr>
          <p:grpSpPr>
            <a:xfrm rot="-8100000">
              <a:off x="1842088" y="83382"/>
              <a:ext cx="73810" cy="73810"/>
              <a:chOff x="5762727" y="855527"/>
              <a:chExt cx="183000" cy="183000"/>
            </a:xfrm>
          </p:grpSpPr>
          <p:cxnSp>
            <p:nvCxnSpPr>
              <p:cNvPr id="169" name="Google Shape;169;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0" name="Google Shape;170;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1" name="Google Shape;171;p11"/>
            <p:cNvGrpSpPr/>
            <p:nvPr/>
          </p:nvGrpSpPr>
          <p:grpSpPr>
            <a:xfrm rot="-8100000">
              <a:off x="2180079" y="83381"/>
              <a:ext cx="73810" cy="73810"/>
              <a:chOff x="5762727" y="855527"/>
              <a:chExt cx="183000" cy="183000"/>
            </a:xfrm>
          </p:grpSpPr>
          <p:cxnSp>
            <p:nvCxnSpPr>
              <p:cNvPr id="172" name="Google Shape;172;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3" name="Google Shape;173;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4" name="Google Shape;174;p11"/>
            <p:cNvGrpSpPr/>
            <p:nvPr/>
          </p:nvGrpSpPr>
          <p:grpSpPr>
            <a:xfrm rot="-8100000">
              <a:off x="2518070" y="83380"/>
              <a:ext cx="73810" cy="73810"/>
              <a:chOff x="5762727" y="855527"/>
              <a:chExt cx="183000" cy="183000"/>
            </a:xfrm>
          </p:grpSpPr>
          <p:cxnSp>
            <p:nvCxnSpPr>
              <p:cNvPr id="175" name="Google Shape;175;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6" name="Google Shape;176;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77" name="Google Shape;177;p11"/>
            <p:cNvGrpSpPr/>
            <p:nvPr/>
          </p:nvGrpSpPr>
          <p:grpSpPr>
            <a:xfrm rot="-8100000">
              <a:off x="2856061" y="83380"/>
              <a:ext cx="73810" cy="73810"/>
              <a:chOff x="5762727" y="855527"/>
              <a:chExt cx="183000" cy="183000"/>
            </a:xfrm>
          </p:grpSpPr>
          <p:cxnSp>
            <p:nvCxnSpPr>
              <p:cNvPr id="178" name="Google Shape;178;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79" name="Google Shape;179;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80" name="Google Shape;180;p11"/>
            <p:cNvGrpSpPr/>
            <p:nvPr/>
          </p:nvGrpSpPr>
          <p:grpSpPr>
            <a:xfrm rot="-8100000">
              <a:off x="3194052" y="83379"/>
              <a:ext cx="73810" cy="73810"/>
              <a:chOff x="5762727" y="855527"/>
              <a:chExt cx="183000" cy="183000"/>
            </a:xfrm>
          </p:grpSpPr>
          <p:cxnSp>
            <p:nvCxnSpPr>
              <p:cNvPr id="181" name="Google Shape;181;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82" name="Google Shape;182;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nvGrpSpPr>
            <p:cNvPr id="183" name="Google Shape;183;p11"/>
            <p:cNvGrpSpPr/>
            <p:nvPr/>
          </p:nvGrpSpPr>
          <p:grpSpPr>
            <a:xfrm rot="-8100000">
              <a:off x="3532043" y="83379"/>
              <a:ext cx="73810" cy="73810"/>
              <a:chOff x="5762727" y="855527"/>
              <a:chExt cx="183000" cy="183000"/>
            </a:xfrm>
          </p:grpSpPr>
          <p:cxnSp>
            <p:nvCxnSpPr>
              <p:cNvPr id="184" name="Google Shape;184;p11"/>
              <p:cNvCxnSpPr/>
              <p:nvPr/>
            </p:nvCxnSpPr>
            <p:spPr>
              <a:xfrm>
                <a:off x="5762847" y="855527"/>
                <a:ext cx="0" cy="183000"/>
              </a:xfrm>
              <a:prstGeom prst="straightConnector1">
                <a:avLst/>
              </a:prstGeom>
              <a:noFill/>
              <a:ln cap="flat" cmpd="sng" w="14300">
                <a:solidFill>
                  <a:schemeClr val="accent1"/>
                </a:solidFill>
                <a:prstDash val="solid"/>
                <a:miter lim="800000"/>
                <a:headEnd len="sm" w="sm" type="none"/>
                <a:tailEnd len="sm" w="sm" type="none"/>
              </a:ln>
            </p:spPr>
          </p:cxnSp>
          <p:cxnSp>
            <p:nvCxnSpPr>
              <p:cNvPr id="185" name="Google Shape;185;p11"/>
              <p:cNvCxnSpPr/>
              <p:nvPr/>
            </p:nvCxnSpPr>
            <p:spPr>
              <a:xfrm rot="10800000">
                <a:off x="5762727" y="1038407"/>
                <a:ext cx="183000" cy="0"/>
              </a:xfrm>
              <a:prstGeom prst="straightConnector1">
                <a:avLst/>
              </a:prstGeom>
              <a:noFill/>
              <a:ln cap="flat" cmpd="sng" w="14300">
                <a:solidFill>
                  <a:schemeClr val="accent1"/>
                </a:solidFill>
                <a:prstDash val="solid"/>
                <a:miter lim="800000"/>
                <a:headEnd len="sm" w="sm" type="none"/>
                <a:tailEnd len="sm" w="sm" type="none"/>
              </a:ln>
            </p:spPr>
          </p:cxnSp>
        </p:grpSp>
      </p:grpSp>
      <p:sp>
        <p:nvSpPr>
          <p:cNvPr id="186" name="Google Shape;186;p11"/>
          <p:cNvSpPr txBox="1"/>
          <p:nvPr>
            <p:ph idx="1" type="body"/>
          </p:nvPr>
        </p:nvSpPr>
        <p:spPr>
          <a:xfrm>
            <a:off x="623888" y="3687761"/>
            <a:ext cx="7886700" cy="11253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lt1"/>
              </a:buClr>
              <a:buSzPts val="1700"/>
              <a:buNone/>
              <a:defRPr sz="1700">
                <a:solidFill>
                  <a:schemeClr val="lt1"/>
                </a:solidFill>
              </a:defRPr>
            </a:lvl1pPr>
            <a:lvl2pPr indent="-228600" lvl="1" marL="914400" algn="l">
              <a:lnSpc>
                <a:spcPct val="113000"/>
              </a:lnSpc>
              <a:spcBef>
                <a:spcPts val="600"/>
              </a:spcBef>
              <a:spcAft>
                <a:spcPts val="0"/>
              </a:spcAft>
              <a:buClr>
                <a:srgbClr val="8C8C91"/>
              </a:buClr>
              <a:buSzPts val="1500"/>
              <a:buNone/>
              <a:defRPr sz="1500">
                <a:solidFill>
                  <a:srgbClr val="8C8C91"/>
                </a:solidFill>
              </a:defRPr>
            </a:lvl2pPr>
            <a:lvl3pPr indent="-228600" lvl="2" marL="1371600" algn="l">
              <a:lnSpc>
                <a:spcPct val="113000"/>
              </a:lnSpc>
              <a:spcBef>
                <a:spcPts val="600"/>
              </a:spcBef>
              <a:spcAft>
                <a:spcPts val="0"/>
              </a:spcAft>
              <a:buClr>
                <a:srgbClr val="8C8C91"/>
              </a:buClr>
              <a:buSzPts val="1400"/>
              <a:buNone/>
              <a:defRPr sz="1400">
                <a:solidFill>
                  <a:srgbClr val="8C8C91"/>
                </a:solidFill>
              </a:defRPr>
            </a:lvl3pPr>
            <a:lvl4pPr indent="-228600" lvl="3" marL="1828800" algn="l">
              <a:lnSpc>
                <a:spcPct val="113000"/>
              </a:lnSpc>
              <a:spcBef>
                <a:spcPts val="600"/>
              </a:spcBef>
              <a:spcAft>
                <a:spcPts val="0"/>
              </a:spcAft>
              <a:buClr>
                <a:srgbClr val="8C8C91"/>
              </a:buClr>
              <a:buSzPts val="1200"/>
              <a:buNone/>
              <a:defRPr sz="1200">
                <a:solidFill>
                  <a:srgbClr val="8C8C91"/>
                </a:solidFill>
              </a:defRPr>
            </a:lvl4pPr>
            <a:lvl5pPr indent="-228600" lvl="4" marL="2286000" algn="l">
              <a:lnSpc>
                <a:spcPct val="113000"/>
              </a:lnSpc>
              <a:spcBef>
                <a:spcPts val="600"/>
              </a:spcBef>
              <a:spcAft>
                <a:spcPts val="0"/>
              </a:spcAft>
              <a:buClr>
                <a:srgbClr val="8C8C91"/>
              </a:buClr>
              <a:buSzPts val="1200"/>
              <a:buNone/>
              <a:defRPr sz="1200">
                <a:solidFill>
                  <a:srgbClr val="8C8C91"/>
                </a:solidFill>
              </a:defRPr>
            </a:lvl5pPr>
            <a:lvl6pPr indent="-228600" lvl="5" marL="2743200" algn="l">
              <a:lnSpc>
                <a:spcPct val="90000"/>
              </a:lnSpc>
              <a:spcBef>
                <a:spcPts val="400"/>
              </a:spcBef>
              <a:spcAft>
                <a:spcPts val="0"/>
              </a:spcAft>
              <a:buClr>
                <a:srgbClr val="8C8C91"/>
              </a:buClr>
              <a:buSzPts val="1200"/>
              <a:buNone/>
              <a:defRPr sz="1200">
                <a:solidFill>
                  <a:srgbClr val="8C8C91"/>
                </a:solidFill>
              </a:defRPr>
            </a:lvl6pPr>
            <a:lvl7pPr indent="-228600" lvl="6" marL="3200400" algn="l">
              <a:lnSpc>
                <a:spcPct val="90000"/>
              </a:lnSpc>
              <a:spcBef>
                <a:spcPts val="400"/>
              </a:spcBef>
              <a:spcAft>
                <a:spcPts val="0"/>
              </a:spcAft>
              <a:buClr>
                <a:srgbClr val="8C8C91"/>
              </a:buClr>
              <a:buSzPts val="1200"/>
              <a:buNone/>
              <a:defRPr sz="1200">
                <a:solidFill>
                  <a:srgbClr val="8C8C91"/>
                </a:solidFill>
              </a:defRPr>
            </a:lvl7pPr>
            <a:lvl8pPr indent="-228600" lvl="7" marL="3657600" algn="l">
              <a:lnSpc>
                <a:spcPct val="90000"/>
              </a:lnSpc>
              <a:spcBef>
                <a:spcPts val="400"/>
              </a:spcBef>
              <a:spcAft>
                <a:spcPts val="0"/>
              </a:spcAft>
              <a:buClr>
                <a:srgbClr val="8C8C91"/>
              </a:buClr>
              <a:buSzPts val="1200"/>
              <a:buNone/>
              <a:defRPr sz="1200">
                <a:solidFill>
                  <a:srgbClr val="8C8C91"/>
                </a:solidFill>
              </a:defRPr>
            </a:lvl8pPr>
            <a:lvl9pPr indent="-228600" lvl="8" marL="4114800" algn="l">
              <a:lnSpc>
                <a:spcPct val="90000"/>
              </a:lnSpc>
              <a:spcBef>
                <a:spcPts val="400"/>
              </a:spcBef>
              <a:spcAft>
                <a:spcPts val="0"/>
              </a:spcAft>
              <a:buClr>
                <a:srgbClr val="8C8C91"/>
              </a:buClr>
              <a:buSzPts val="1200"/>
              <a:buNone/>
              <a:defRPr sz="1200">
                <a:solidFill>
                  <a:srgbClr val="8C8C91"/>
                </a:solidFill>
              </a:defRPr>
            </a:lvl9pPr>
          </a:lstStyle>
          <a:p/>
        </p:txBody>
      </p:sp>
      <p:sp>
        <p:nvSpPr>
          <p:cNvPr id="187" name="Google Shape;187;p11"/>
          <p:cNvSpPr txBox="1"/>
          <p:nvPr>
            <p:ph type="title"/>
          </p:nvPr>
        </p:nvSpPr>
        <p:spPr>
          <a:xfrm>
            <a:off x="623888" y="3061758"/>
            <a:ext cx="7886700" cy="360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chemeClr val="lt1"/>
              </a:buClr>
              <a:buSzPts val="2100"/>
              <a:buFont typeface="Georgia"/>
              <a:buNone/>
              <a:defRPr i="1" sz="21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188" name="Google Shape;188;p11"/>
          <p:cNvCxnSpPr/>
          <p:nvPr/>
        </p:nvCxnSpPr>
        <p:spPr>
          <a:xfrm rot="10800000">
            <a:off x="618005" y="3550369"/>
            <a:ext cx="497700" cy="0"/>
          </a:xfrm>
          <a:prstGeom prst="straightConnector1">
            <a:avLst/>
          </a:prstGeom>
          <a:noFill/>
          <a:ln cap="flat" cmpd="sng" w="14300">
            <a:solidFill>
              <a:schemeClr val="accent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9" name="Shape 189"/>
        <p:cNvGrpSpPr/>
        <p:nvPr/>
      </p:nvGrpSpPr>
      <p:grpSpPr>
        <a:xfrm>
          <a:off x="0" y="0"/>
          <a:ext cx="0" cy="0"/>
          <a:chOff x="0" y="0"/>
          <a:chExt cx="0" cy="0"/>
        </a:xfrm>
      </p:grpSpPr>
      <p:sp>
        <p:nvSpPr>
          <p:cNvPr id="190" name="Google Shape;190;p12"/>
          <p:cNvSpPr txBox="1"/>
          <p:nvPr>
            <p:ph type="title"/>
          </p:nvPr>
        </p:nvSpPr>
        <p:spPr>
          <a:xfrm>
            <a:off x="629841" y="273844"/>
            <a:ext cx="7886700" cy="9942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12"/>
          <p:cNvSpPr txBox="1"/>
          <p:nvPr>
            <p:ph idx="1" type="body"/>
          </p:nvPr>
        </p:nvSpPr>
        <p:spPr>
          <a:xfrm>
            <a:off x="629841" y="1260872"/>
            <a:ext cx="3868500" cy="618000"/>
          </a:xfrm>
          <a:prstGeom prst="rect">
            <a:avLst/>
          </a:prstGeom>
          <a:noFill/>
          <a:ln>
            <a:noFill/>
          </a:ln>
        </p:spPr>
        <p:txBody>
          <a:bodyPr anchorCtr="0" anchor="b" bIns="34275" lIns="0" spcFirstLastPara="1" rIns="0" wrap="square" tIns="34275">
            <a:normAutofit/>
          </a:bodyPr>
          <a:lstStyle>
            <a:lvl1pPr indent="-228600" lvl="0" marL="457200" algn="l">
              <a:lnSpc>
                <a:spcPct val="113000"/>
              </a:lnSpc>
              <a:spcBef>
                <a:spcPts val="600"/>
              </a:spcBef>
              <a:spcAft>
                <a:spcPts val="0"/>
              </a:spcAft>
              <a:buClr>
                <a:schemeClr val="accent4"/>
              </a:buClr>
              <a:buSzPts val="1100"/>
              <a:buNone/>
              <a:defRPr b="0" sz="1100">
                <a:solidFill>
                  <a:schemeClr val="accent4"/>
                </a:solidFill>
              </a:defRPr>
            </a:lvl1pPr>
            <a:lvl2pPr indent="-228600" lvl="1" marL="914400" algn="l">
              <a:lnSpc>
                <a:spcPct val="113000"/>
              </a:lnSpc>
              <a:spcBef>
                <a:spcPts val="600"/>
              </a:spcBef>
              <a:spcAft>
                <a:spcPts val="0"/>
              </a:spcAft>
              <a:buClr>
                <a:schemeClr val="dk2"/>
              </a:buClr>
              <a:buSzPts val="1500"/>
              <a:buNone/>
              <a:defRPr b="1" sz="1500"/>
            </a:lvl2pPr>
            <a:lvl3pPr indent="-228600" lvl="2" marL="1371600" algn="l">
              <a:lnSpc>
                <a:spcPct val="113000"/>
              </a:lnSpc>
              <a:spcBef>
                <a:spcPts val="600"/>
              </a:spcBef>
              <a:spcAft>
                <a:spcPts val="0"/>
              </a:spcAft>
              <a:buClr>
                <a:schemeClr val="dk2"/>
              </a:buClr>
              <a:buSzPts val="1400"/>
              <a:buNone/>
              <a:defRPr b="1" sz="1400"/>
            </a:lvl3pPr>
            <a:lvl4pPr indent="-228600" lvl="3" marL="1828800" algn="l">
              <a:lnSpc>
                <a:spcPct val="113000"/>
              </a:lnSpc>
              <a:spcBef>
                <a:spcPts val="600"/>
              </a:spcBef>
              <a:spcAft>
                <a:spcPts val="0"/>
              </a:spcAft>
              <a:buClr>
                <a:schemeClr val="dk2"/>
              </a:buClr>
              <a:buSzPts val="1200"/>
              <a:buNone/>
              <a:defRPr b="1" sz="1200"/>
            </a:lvl4pPr>
            <a:lvl5pPr indent="-228600" lvl="4" marL="2286000" algn="l">
              <a:lnSpc>
                <a:spcPct val="113000"/>
              </a:lnSpc>
              <a:spcBef>
                <a:spcPts val="6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2" name="Google Shape;192;p12"/>
          <p:cNvSpPr txBox="1"/>
          <p:nvPr>
            <p:ph idx="2" type="body"/>
          </p:nvPr>
        </p:nvSpPr>
        <p:spPr>
          <a:xfrm>
            <a:off x="629841" y="1878806"/>
            <a:ext cx="3868500" cy="27636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12"/>
          <p:cNvSpPr txBox="1"/>
          <p:nvPr>
            <p:ph idx="3" type="body"/>
          </p:nvPr>
        </p:nvSpPr>
        <p:spPr>
          <a:xfrm>
            <a:off x="4629150" y="1260872"/>
            <a:ext cx="3887400" cy="618000"/>
          </a:xfrm>
          <a:prstGeom prst="rect">
            <a:avLst/>
          </a:prstGeom>
          <a:noFill/>
          <a:ln>
            <a:noFill/>
          </a:ln>
        </p:spPr>
        <p:txBody>
          <a:bodyPr anchorCtr="0" anchor="b" bIns="34275" lIns="0" spcFirstLastPara="1" rIns="0" wrap="square" tIns="34275">
            <a:normAutofit/>
          </a:bodyPr>
          <a:lstStyle>
            <a:lvl1pPr indent="-228600" lvl="0" marL="457200" algn="l">
              <a:lnSpc>
                <a:spcPct val="113000"/>
              </a:lnSpc>
              <a:spcBef>
                <a:spcPts val="600"/>
              </a:spcBef>
              <a:spcAft>
                <a:spcPts val="0"/>
              </a:spcAft>
              <a:buClr>
                <a:schemeClr val="accent4"/>
              </a:buClr>
              <a:buSzPts val="1100"/>
              <a:buNone/>
              <a:defRPr b="0" sz="1100">
                <a:solidFill>
                  <a:schemeClr val="accent4"/>
                </a:solidFill>
              </a:defRPr>
            </a:lvl1pPr>
            <a:lvl2pPr indent="-228600" lvl="1" marL="914400" algn="l">
              <a:lnSpc>
                <a:spcPct val="113000"/>
              </a:lnSpc>
              <a:spcBef>
                <a:spcPts val="600"/>
              </a:spcBef>
              <a:spcAft>
                <a:spcPts val="0"/>
              </a:spcAft>
              <a:buClr>
                <a:schemeClr val="dk2"/>
              </a:buClr>
              <a:buSzPts val="1500"/>
              <a:buNone/>
              <a:defRPr b="1" sz="1500"/>
            </a:lvl2pPr>
            <a:lvl3pPr indent="-228600" lvl="2" marL="1371600" algn="l">
              <a:lnSpc>
                <a:spcPct val="113000"/>
              </a:lnSpc>
              <a:spcBef>
                <a:spcPts val="600"/>
              </a:spcBef>
              <a:spcAft>
                <a:spcPts val="0"/>
              </a:spcAft>
              <a:buClr>
                <a:schemeClr val="dk2"/>
              </a:buClr>
              <a:buSzPts val="1400"/>
              <a:buNone/>
              <a:defRPr b="1" sz="1400"/>
            </a:lvl3pPr>
            <a:lvl4pPr indent="-228600" lvl="3" marL="1828800" algn="l">
              <a:lnSpc>
                <a:spcPct val="113000"/>
              </a:lnSpc>
              <a:spcBef>
                <a:spcPts val="600"/>
              </a:spcBef>
              <a:spcAft>
                <a:spcPts val="0"/>
              </a:spcAft>
              <a:buClr>
                <a:schemeClr val="dk2"/>
              </a:buClr>
              <a:buSzPts val="1200"/>
              <a:buNone/>
              <a:defRPr b="1" sz="1200"/>
            </a:lvl4pPr>
            <a:lvl5pPr indent="-228600" lvl="4" marL="2286000" algn="l">
              <a:lnSpc>
                <a:spcPct val="113000"/>
              </a:lnSpc>
              <a:spcBef>
                <a:spcPts val="6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4" name="Google Shape;194;p12"/>
          <p:cNvSpPr txBox="1"/>
          <p:nvPr>
            <p:ph idx="4" type="body"/>
          </p:nvPr>
        </p:nvSpPr>
        <p:spPr>
          <a:xfrm>
            <a:off x="4629150" y="1878806"/>
            <a:ext cx="3887400" cy="27636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12"/>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12"/>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7" name="Shape 197"/>
        <p:cNvGrpSpPr/>
        <p:nvPr/>
      </p:nvGrpSpPr>
      <p:grpSpPr>
        <a:xfrm>
          <a:off x="0" y="0"/>
          <a:ext cx="0" cy="0"/>
          <a:chOff x="0" y="0"/>
          <a:chExt cx="0" cy="0"/>
        </a:xfrm>
      </p:grpSpPr>
      <p:sp>
        <p:nvSpPr>
          <p:cNvPr id="198" name="Google Shape;198;p13"/>
          <p:cNvSpPr txBox="1"/>
          <p:nvPr>
            <p:ph type="title"/>
          </p:nvPr>
        </p:nvSpPr>
        <p:spPr>
          <a:xfrm>
            <a:off x="629841" y="892103"/>
            <a:ext cx="2949000" cy="651000"/>
          </a:xfrm>
          <a:prstGeom prst="rect">
            <a:avLst/>
          </a:prstGeom>
          <a:noFill/>
          <a:ln>
            <a:noFill/>
          </a:ln>
        </p:spPr>
        <p:txBody>
          <a:bodyPr anchorCtr="0" anchor="b" bIns="34275" lIns="0" spcFirstLastPara="1" rIns="0" wrap="square" tIns="34275">
            <a:spAutoFit/>
          </a:bodyPr>
          <a:lstStyle>
            <a:lvl1pPr lvl="0" algn="l">
              <a:lnSpc>
                <a:spcPct val="90000"/>
              </a:lnSpc>
              <a:spcBef>
                <a:spcPts val="0"/>
              </a:spcBef>
              <a:spcAft>
                <a:spcPts val="0"/>
              </a:spcAft>
              <a:buClr>
                <a:srgbClr val="C5093B"/>
              </a:buClr>
              <a:buSzPts val="2100"/>
              <a:buNone/>
              <a:defRPr b="1"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9" name="Google Shape;199;p13"/>
          <p:cNvSpPr txBox="1"/>
          <p:nvPr>
            <p:ph idx="1" type="body"/>
          </p:nvPr>
        </p:nvSpPr>
        <p:spPr>
          <a:xfrm>
            <a:off x="3887391" y="740569"/>
            <a:ext cx="4629300" cy="36552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700"/>
              <a:buNone/>
              <a:defRPr sz="1700"/>
            </a:lvl1pPr>
            <a:lvl2pPr indent="-228600" lvl="1" marL="914400" algn="l">
              <a:lnSpc>
                <a:spcPct val="113000"/>
              </a:lnSpc>
              <a:spcBef>
                <a:spcPts val="600"/>
              </a:spcBef>
              <a:spcAft>
                <a:spcPts val="0"/>
              </a:spcAft>
              <a:buClr>
                <a:schemeClr val="dk2"/>
              </a:buClr>
              <a:buSzPts val="1200"/>
              <a:buNone/>
              <a:defRPr sz="1200"/>
            </a:lvl2pPr>
            <a:lvl3pPr indent="-228600" lvl="2" marL="1371600" algn="l">
              <a:lnSpc>
                <a:spcPct val="113000"/>
              </a:lnSpc>
              <a:spcBef>
                <a:spcPts val="600"/>
              </a:spcBef>
              <a:spcAft>
                <a:spcPts val="0"/>
              </a:spcAft>
              <a:buClr>
                <a:schemeClr val="dk2"/>
              </a:buClr>
              <a:buSzPts val="1200"/>
              <a:buNone/>
              <a:defRPr sz="1200"/>
            </a:lvl3pPr>
            <a:lvl4pPr indent="-228600" lvl="3" marL="1828800" algn="l">
              <a:lnSpc>
                <a:spcPct val="113000"/>
              </a:lnSpc>
              <a:spcBef>
                <a:spcPts val="600"/>
              </a:spcBef>
              <a:spcAft>
                <a:spcPts val="0"/>
              </a:spcAft>
              <a:buClr>
                <a:schemeClr val="dk2"/>
              </a:buClr>
              <a:buSzPts val="1200"/>
              <a:buNone/>
              <a:defRPr sz="1200"/>
            </a:lvl4pPr>
            <a:lvl5pPr indent="-228600" lvl="4" marL="2286000" algn="l">
              <a:lnSpc>
                <a:spcPct val="113000"/>
              </a:lnSpc>
              <a:spcBef>
                <a:spcPts val="600"/>
              </a:spcBef>
              <a:spcAft>
                <a:spcPts val="0"/>
              </a:spcAft>
              <a:buClr>
                <a:schemeClr val="dk2"/>
              </a:buClr>
              <a:buSzPts val="1200"/>
              <a:buNone/>
              <a:defRPr sz="12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00" name="Google Shape;200;p13"/>
          <p:cNvSpPr txBox="1"/>
          <p:nvPr>
            <p:ph idx="2" type="body"/>
          </p:nvPr>
        </p:nvSpPr>
        <p:spPr>
          <a:xfrm>
            <a:off x="629841" y="1543050"/>
            <a:ext cx="2949000" cy="28587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200"/>
              <a:buNone/>
              <a:defRPr sz="1200"/>
            </a:lvl1pPr>
            <a:lvl2pPr indent="-228600" lvl="1" marL="914400" algn="l">
              <a:lnSpc>
                <a:spcPct val="113000"/>
              </a:lnSpc>
              <a:spcBef>
                <a:spcPts val="600"/>
              </a:spcBef>
              <a:spcAft>
                <a:spcPts val="0"/>
              </a:spcAft>
              <a:buClr>
                <a:schemeClr val="dk2"/>
              </a:buClr>
              <a:buSzPts val="1100"/>
              <a:buNone/>
              <a:defRPr sz="1100"/>
            </a:lvl2pPr>
            <a:lvl3pPr indent="-228600" lvl="2" marL="1371600" algn="l">
              <a:lnSpc>
                <a:spcPct val="113000"/>
              </a:lnSpc>
              <a:spcBef>
                <a:spcPts val="600"/>
              </a:spcBef>
              <a:spcAft>
                <a:spcPts val="0"/>
              </a:spcAft>
              <a:buClr>
                <a:schemeClr val="dk2"/>
              </a:buClr>
              <a:buSzPts val="900"/>
              <a:buNone/>
              <a:defRPr sz="900"/>
            </a:lvl3pPr>
            <a:lvl4pPr indent="-228600" lvl="3" marL="1828800" algn="l">
              <a:lnSpc>
                <a:spcPct val="113000"/>
              </a:lnSpc>
              <a:spcBef>
                <a:spcPts val="600"/>
              </a:spcBef>
              <a:spcAft>
                <a:spcPts val="0"/>
              </a:spcAft>
              <a:buClr>
                <a:schemeClr val="dk2"/>
              </a:buClr>
              <a:buSzPts val="800"/>
              <a:buNone/>
              <a:defRPr sz="800"/>
            </a:lvl4pPr>
            <a:lvl5pPr indent="-228600" lvl="4" marL="2286000" algn="l">
              <a:lnSpc>
                <a:spcPct val="113000"/>
              </a:lnSpc>
              <a:spcBef>
                <a:spcPts val="6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01" name="Google Shape;201;p13"/>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13"/>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 name="Shape 203"/>
        <p:cNvGrpSpPr/>
        <p:nvPr/>
      </p:nvGrpSpPr>
      <p:grpSpPr>
        <a:xfrm>
          <a:off x="0" y="0"/>
          <a:ext cx="0" cy="0"/>
          <a:chOff x="0" y="0"/>
          <a:chExt cx="0" cy="0"/>
        </a:xfrm>
      </p:grpSpPr>
      <p:sp>
        <p:nvSpPr>
          <p:cNvPr id="204" name="Google Shape;204;p14"/>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algn="l">
              <a:lnSpc>
                <a:spcPct val="90000"/>
              </a:lnSpc>
              <a:spcBef>
                <a:spcPts val="0"/>
              </a:spcBef>
              <a:spcAft>
                <a:spcPts val="0"/>
              </a:spcAft>
              <a:buClr>
                <a:srgbClr val="C5093B"/>
              </a:buClr>
              <a:buSzPts val="1400"/>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 name="Google Shape;205;p14"/>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14"/>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p:cSld name="No Title">
    <p:spTree>
      <p:nvGrpSpPr>
        <p:cNvPr id="207" name="Shape 207"/>
        <p:cNvGrpSpPr/>
        <p:nvPr/>
      </p:nvGrpSpPr>
      <p:grpSpPr>
        <a:xfrm>
          <a:off x="0" y="0"/>
          <a:ext cx="0" cy="0"/>
          <a:chOff x="0" y="0"/>
          <a:chExt cx="0" cy="0"/>
        </a:xfrm>
      </p:grpSpPr>
      <p:sp>
        <p:nvSpPr>
          <p:cNvPr id="208" name="Google Shape;208;p15"/>
          <p:cNvSpPr txBox="1"/>
          <p:nvPr>
            <p:ph idx="1" type="body"/>
          </p:nvPr>
        </p:nvSpPr>
        <p:spPr>
          <a:xfrm>
            <a:off x="628650" y="273844"/>
            <a:ext cx="7886700" cy="3263400"/>
          </a:xfrm>
          <a:prstGeom prst="rect">
            <a:avLst/>
          </a:prstGeom>
          <a:noFill/>
          <a:ln>
            <a:noFill/>
          </a:ln>
        </p:spPr>
        <p:txBody>
          <a:bodyPr anchorCtr="0" anchor="t" bIns="34275" lIns="0" spcFirstLastPara="1" rIns="0" wrap="square" tIns="34275">
            <a:normAutofit/>
          </a:bodyPr>
          <a:lstStyle>
            <a:lvl1pPr indent="-228600" lvl="0" marL="457200" algn="l">
              <a:lnSpc>
                <a:spcPct val="113000"/>
              </a:lnSpc>
              <a:spcBef>
                <a:spcPts val="600"/>
              </a:spcBef>
              <a:spcAft>
                <a:spcPts val="0"/>
              </a:spcAft>
              <a:buClr>
                <a:schemeClr val="dk2"/>
              </a:buClr>
              <a:buSzPts val="1400"/>
              <a:buNone/>
              <a:defRPr/>
            </a:lvl1pPr>
            <a:lvl2pPr indent="-228600" lvl="1" marL="914400" algn="l">
              <a:lnSpc>
                <a:spcPct val="113000"/>
              </a:lnSpc>
              <a:spcBef>
                <a:spcPts val="600"/>
              </a:spcBef>
              <a:spcAft>
                <a:spcPts val="0"/>
              </a:spcAft>
              <a:buClr>
                <a:schemeClr val="dk2"/>
              </a:buClr>
              <a:buSzPts val="1400"/>
              <a:buNone/>
              <a:defRPr/>
            </a:lvl2pPr>
            <a:lvl3pPr indent="-228600" lvl="2" marL="1371600" algn="l">
              <a:lnSpc>
                <a:spcPct val="113000"/>
              </a:lnSpc>
              <a:spcBef>
                <a:spcPts val="600"/>
              </a:spcBef>
              <a:spcAft>
                <a:spcPts val="0"/>
              </a:spcAft>
              <a:buClr>
                <a:schemeClr val="dk2"/>
              </a:buClr>
              <a:buSzPts val="1400"/>
              <a:buNone/>
              <a:defRPr/>
            </a:lvl3pPr>
            <a:lvl4pPr indent="-228600" lvl="3" marL="1828800" algn="l">
              <a:lnSpc>
                <a:spcPct val="113000"/>
              </a:lnSpc>
              <a:spcBef>
                <a:spcPts val="600"/>
              </a:spcBef>
              <a:spcAft>
                <a:spcPts val="0"/>
              </a:spcAft>
              <a:buClr>
                <a:schemeClr val="dk2"/>
              </a:buClr>
              <a:buSzPts val="1400"/>
              <a:buNone/>
              <a:defRPr/>
            </a:lvl4pPr>
            <a:lvl5pPr indent="-228600" lvl="4" marL="2286000" algn="l">
              <a:lnSpc>
                <a:spcPct val="113000"/>
              </a:lnSpc>
              <a:spcBef>
                <a:spcPts val="600"/>
              </a:spcBef>
              <a:spcAft>
                <a:spcPts val="0"/>
              </a:spcAft>
              <a:buClr>
                <a:schemeClr val="dk2"/>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9" name="Google Shape;209;p15"/>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0" name="Google Shape;210;p15"/>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ith Text">
  <p:cSld name="Full Image with Text">
    <p:spTree>
      <p:nvGrpSpPr>
        <p:cNvPr id="211" name="Shape 211"/>
        <p:cNvGrpSpPr/>
        <p:nvPr/>
      </p:nvGrpSpPr>
      <p:grpSpPr>
        <a:xfrm>
          <a:off x="0" y="0"/>
          <a:ext cx="0" cy="0"/>
          <a:chOff x="0" y="0"/>
          <a:chExt cx="0" cy="0"/>
        </a:xfrm>
      </p:grpSpPr>
      <p:sp>
        <p:nvSpPr>
          <p:cNvPr id="212" name="Google Shape;212;p16"/>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3" name="Google Shape;213;p16"/>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16"/>
          <p:cNvSpPr txBox="1"/>
          <p:nvPr>
            <p:ph idx="1" type="body"/>
          </p:nvPr>
        </p:nvSpPr>
        <p:spPr>
          <a:xfrm>
            <a:off x="472381" y="1543050"/>
            <a:ext cx="2211900" cy="2858700"/>
          </a:xfrm>
          <a:prstGeom prst="rect">
            <a:avLst/>
          </a:prstGeom>
          <a:solidFill>
            <a:schemeClr val="accent1">
              <a:alpha val="84705"/>
            </a:schemeClr>
          </a:solidFill>
          <a:ln>
            <a:noFill/>
          </a:ln>
        </p:spPr>
        <p:txBody>
          <a:bodyPr anchorCtr="0" anchor="t" bIns="205725" lIns="205725" spcFirstLastPara="1" rIns="205725" wrap="square" tIns="205725">
            <a:normAutofit/>
          </a:bodyPr>
          <a:lstStyle>
            <a:lvl1pPr indent="-228600" lvl="0" marL="457200" algn="l">
              <a:lnSpc>
                <a:spcPct val="113000"/>
              </a:lnSpc>
              <a:spcBef>
                <a:spcPts val="600"/>
              </a:spcBef>
              <a:spcAft>
                <a:spcPts val="0"/>
              </a:spcAft>
              <a:buClr>
                <a:schemeClr val="lt1"/>
              </a:buClr>
              <a:buSzPts val="1100"/>
              <a:buNone/>
              <a:defRPr b="0" sz="1100">
                <a:solidFill>
                  <a:schemeClr val="lt1"/>
                </a:solidFill>
              </a:defRPr>
            </a:lvl1pPr>
            <a:lvl2pPr indent="-228600" lvl="1" marL="914400" algn="l">
              <a:lnSpc>
                <a:spcPct val="113000"/>
              </a:lnSpc>
              <a:spcBef>
                <a:spcPts val="600"/>
              </a:spcBef>
              <a:spcAft>
                <a:spcPts val="0"/>
              </a:spcAft>
              <a:buClr>
                <a:schemeClr val="dk2"/>
              </a:buClr>
              <a:buSzPts val="1100"/>
              <a:buNone/>
              <a:defRPr sz="1100"/>
            </a:lvl2pPr>
            <a:lvl3pPr indent="-228600" lvl="2" marL="1371600" algn="l">
              <a:lnSpc>
                <a:spcPct val="113000"/>
              </a:lnSpc>
              <a:spcBef>
                <a:spcPts val="600"/>
              </a:spcBef>
              <a:spcAft>
                <a:spcPts val="0"/>
              </a:spcAft>
              <a:buClr>
                <a:schemeClr val="dk2"/>
              </a:buClr>
              <a:buSzPts val="900"/>
              <a:buNone/>
              <a:defRPr sz="900"/>
            </a:lvl3pPr>
            <a:lvl4pPr indent="-228600" lvl="3" marL="1828800" algn="l">
              <a:lnSpc>
                <a:spcPct val="113000"/>
              </a:lnSpc>
              <a:spcBef>
                <a:spcPts val="600"/>
              </a:spcBef>
              <a:spcAft>
                <a:spcPts val="0"/>
              </a:spcAft>
              <a:buClr>
                <a:schemeClr val="dk2"/>
              </a:buClr>
              <a:buSzPts val="800"/>
              <a:buNone/>
              <a:defRPr sz="800"/>
            </a:lvl4pPr>
            <a:lvl5pPr indent="-228600" lvl="4" marL="2286000" algn="l">
              <a:lnSpc>
                <a:spcPct val="113000"/>
              </a:lnSpc>
              <a:spcBef>
                <a:spcPts val="6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500"/>
                                        <p:tgtEl>
                                          <p:spTgt spid="21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500"/>
                                        <p:tgtEl>
                                          <p:spTgt spid="21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500"/>
                                        <p:tgtEl>
                                          <p:spTgt spid="21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animEffect filter="fade" transition="in">
                                      <p:cBhvr>
                                        <p:cTn dur="500"/>
                                        <p:tgtEl>
                                          <p:spTgt spid="21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animEffect filter="fade" transition="in">
                                      <p:cBhvr>
                                        <p:cTn dur="500"/>
                                        <p:tgtEl>
                                          <p:spTgt spid="21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animEffect filter="fade" transition="in">
                                      <p:cBhvr>
                                        <p:cTn dur="500"/>
                                        <p:tgtEl>
                                          <p:spTgt spid="21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animEffect filter="fade" transition="in">
                                      <p:cBhvr>
                                        <p:cTn dur="500"/>
                                        <p:tgtEl>
                                          <p:spTgt spid="21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7" st="7"/>
                                            </p:txEl>
                                          </p:spTgt>
                                        </p:tgtEl>
                                        <p:attrNameLst>
                                          <p:attrName>style.visibility</p:attrName>
                                        </p:attrNameLst>
                                      </p:cBhvr>
                                      <p:to>
                                        <p:strVal val="visible"/>
                                      </p:to>
                                    </p:set>
                                    <p:animEffect filter="fade" transition="in">
                                      <p:cBhvr>
                                        <p:cTn dur="500"/>
                                        <p:tgtEl>
                                          <p:spTgt spid="21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4">
                                            <p:txEl>
                                              <p:pRg end="8" st="8"/>
                                            </p:txEl>
                                          </p:spTgt>
                                        </p:tgtEl>
                                        <p:attrNameLst>
                                          <p:attrName>style.visibility</p:attrName>
                                        </p:attrNameLst>
                                      </p:cBhvr>
                                      <p:to>
                                        <p:strVal val="visible"/>
                                      </p:to>
                                    </p:set>
                                    <p:animEffect filter="fade" transition="in">
                                      <p:cBhvr>
                                        <p:cTn dur="500"/>
                                        <p:tgtEl>
                                          <p:spTgt spid="21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Footer Only">
    <p:spTree>
      <p:nvGrpSpPr>
        <p:cNvPr id="215" name="Shape 215"/>
        <p:cNvGrpSpPr/>
        <p:nvPr/>
      </p:nvGrpSpPr>
      <p:grpSpPr>
        <a:xfrm>
          <a:off x="0" y="0"/>
          <a:ext cx="0" cy="0"/>
          <a:chOff x="0" y="0"/>
          <a:chExt cx="0" cy="0"/>
        </a:xfrm>
      </p:grpSpPr>
      <p:sp>
        <p:nvSpPr>
          <p:cNvPr id="216" name="Google Shape;216;p17"/>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7" name="Google Shape;217;p17"/>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and Background">
  <p:cSld name="Footer and Background">
    <p:spTree>
      <p:nvGrpSpPr>
        <p:cNvPr id="218" name="Shape 218"/>
        <p:cNvGrpSpPr/>
        <p:nvPr/>
      </p:nvGrpSpPr>
      <p:grpSpPr>
        <a:xfrm>
          <a:off x="0" y="0"/>
          <a:ext cx="0" cy="0"/>
          <a:chOff x="0" y="0"/>
          <a:chExt cx="0" cy="0"/>
        </a:xfrm>
      </p:grpSpPr>
      <p:sp>
        <p:nvSpPr>
          <p:cNvPr id="219" name="Google Shape;219;p18"/>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0" name="Google Shape;220;p18"/>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18"/>
          <p:cNvSpPr/>
          <p:nvPr/>
        </p:nvSpPr>
        <p:spPr>
          <a:xfrm>
            <a:off x="104478" y="-135347"/>
            <a:ext cx="3071100" cy="3071100"/>
          </a:xfrm>
          <a:prstGeom prst="ellipse">
            <a:avLst/>
          </a:prstGeom>
          <a:noFill/>
          <a:ln cap="flat" cmpd="sng" w="714375">
            <a:solidFill>
              <a:srgbClr val="D8D8D8">
                <a:alpha val="60000"/>
              </a:srgbClr>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2" name="Shape 222"/>
        <p:cNvGrpSpPr/>
        <p:nvPr/>
      </p:nvGrpSpPr>
      <p:grpSpPr>
        <a:xfrm>
          <a:off x="0" y="0"/>
          <a:ext cx="0" cy="0"/>
          <a:chOff x="0" y="0"/>
          <a:chExt cx="0" cy="0"/>
        </a:xfrm>
      </p:grpSpPr>
      <p:sp>
        <p:nvSpPr>
          <p:cNvPr id="223" name="Google Shape;223;p19"/>
          <p:cNvSpPr txBox="1"/>
          <p:nvPr>
            <p:ph type="ctrTitle"/>
          </p:nvPr>
        </p:nvSpPr>
        <p:spPr>
          <a:xfrm>
            <a:off x="311708" y="744575"/>
            <a:ext cx="8520600" cy="2052600"/>
          </a:xfrm>
          <a:prstGeom prst="rect">
            <a:avLst/>
          </a:prstGeom>
        </p:spPr>
        <p:txBody>
          <a:bodyPr anchorCtr="0" anchor="b" bIns="34275" lIns="0" spcFirstLastPara="1" rIns="0" wrap="square" tIns="3427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4" name="Google Shape;224;p19"/>
          <p:cNvSpPr txBox="1"/>
          <p:nvPr>
            <p:ph idx="1" type="subTitle"/>
          </p:nvPr>
        </p:nvSpPr>
        <p:spPr>
          <a:xfrm>
            <a:off x="311700" y="2834125"/>
            <a:ext cx="8520600" cy="792600"/>
          </a:xfrm>
          <a:prstGeom prst="rect">
            <a:avLst/>
          </a:prstGeom>
        </p:spPr>
        <p:txBody>
          <a:bodyPr anchorCtr="0" anchor="t" bIns="34275" lIns="0" spcFirstLastPara="1" rIns="0" wrap="square" tIns="34275">
            <a:normAutofit/>
          </a:bodyPr>
          <a:lstStyle>
            <a:lvl1pPr lvl="0" algn="ctr">
              <a:lnSpc>
                <a:spcPct val="100000"/>
              </a:lnSpc>
              <a:spcBef>
                <a:spcPts val="600"/>
              </a:spcBef>
              <a:spcAft>
                <a:spcPts val="0"/>
              </a:spcAft>
              <a:buSzPts val="2800"/>
              <a:buNone/>
              <a:defRPr sz="2800"/>
            </a:lvl1pPr>
            <a:lvl2pPr lvl="1" algn="ctr">
              <a:lnSpc>
                <a:spcPct val="100000"/>
              </a:lnSpc>
              <a:spcBef>
                <a:spcPts val="600"/>
              </a:spcBef>
              <a:spcAft>
                <a:spcPts val="0"/>
              </a:spcAft>
              <a:buSzPts val="2800"/>
              <a:buNone/>
              <a:defRPr sz="2800"/>
            </a:lvl2pPr>
            <a:lvl3pPr lvl="2" algn="ctr">
              <a:lnSpc>
                <a:spcPct val="100000"/>
              </a:lnSpc>
              <a:spcBef>
                <a:spcPts val="600"/>
              </a:spcBef>
              <a:spcAft>
                <a:spcPts val="0"/>
              </a:spcAft>
              <a:buSzPts val="2800"/>
              <a:buNone/>
              <a:defRPr sz="2800"/>
            </a:lvl3pPr>
            <a:lvl4pPr lvl="3" algn="ctr">
              <a:lnSpc>
                <a:spcPct val="100000"/>
              </a:lnSpc>
              <a:spcBef>
                <a:spcPts val="600"/>
              </a:spcBef>
              <a:spcAft>
                <a:spcPts val="0"/>
              </a:spcAft>
              <a:buSzPts val="2800"/>
              <a:buNone/>
              <a:defRPr sz="2800"/>
            </a:lvl4pPr>
            <a:lvl5pPr lvl="4" algn="ctr">
              <a:lnSpc>
                <a:spcPct val="100000"/>
              </a:lnSpc>
              <a:spcBef>
                <a:spcPts val="6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225" name="Google Shape;225;p19"/>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6" name="Shape 226"/>
        <p:cNvGrpSpPr/>
        <p:nvPr/>
      </p:nvGrpSpPr>
      <p:grpSpPr>
        <a:xfrm>
          <a:off x="0" y="0"/>
          <a:ext cx="0" cy="0"/>
          <a:chOff x="0" y="0"/>
          <a:chExt cx="0" cy="0"/>
        </a:xfrm>
      </p:grpSpPr>
      <p:sp>
        <p:nvSpPr>
          <p:cNvPr id="227" name="Google Shape;227;p20"/>
          <p:cNvSpPr txBox="1"/>
          <p:nvPr>
            <p:ph type="title"/>
          </p:nvPr>
        </p:nvSpPr>
        <p:spPr>
          <a:xfrm>
            <a:off x="311700" y="445025"/>
            <a:ext cx="8520600" cy="572700"/>
          </a:xfrm>
          <a:prstGeom prst="rect">
            <a:avLst/>
          </a:prstGeom>
        </p:spPr>
        <p:txBody>
          <a:bodyPr anchorCtr="0" anchor="t" bIns="34275" lIns="0" spcFirstLastPara="1" rIns="0" wrap="square" tIns="34275">
            <a:sp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8" name="Google Shape;228;p20"/>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lvl1pPr indent="-228600" lvl="0" marL="457200">
              <a:spcBef>
                <a:spcPts val="600"/>
              </a:spcBef>
              <a:spcAft>
                <a:spcPts val="0"/>
              </a:spcAft>
              <a:buSzPts val="1700"/>
              <a:buNone/>
              <a:defRPr/>
            </a:lvl1pPr>
            <a:lvl2pPr indent="-228600" lvl="1" marL="914400">
              <a:spcBef>
                <a:spcPts val="600"/>
              </a:spcBef>
              <a:spcAft>
                <a:spcPts val="0"/>
              </a:spcAft>
              <a:buSzPts val="1200"/>
              <a:buNone/>
              <a:defRPr/>
            </a:lvl2pPr>
            <a:lvl3pPr indent="-228600" lvl="2" marL="1371600">
              <a:spcBef>
                <a:spcPts val="600"/>
              </a:spcBef>
              <a:spcAft>
                <a:spcPts val="0"/>
              </a:spcAft>
              <a:buSzPts val="1200"/>
              <a:buNone/>
              <a:defRPr/>
            </a:lvl3pPr>
            <a:lvl4pPr indent="-228600" lvl="3" marL="1828800">
              <a:spcBef>
                <a:spcPts val="600"/>
              </a:spcBef>
              <a:spcAft>
                <a:spcPts val="0"/>
              </a:spcAft>
              <a:buSzPts val="1200"/>
              <a:buNone/>
              <a:defRPr/>
            </a:lvl4pPr>
            <a:lvl5pPr indent="-228600" lvl="4" marL="2286000">
              <a:spcBef>
                <a:spcPts val="600"/>
              </a:spcBef>
              <a:spcAft>
                <a:spcPts val="0"/>
              </a:spcAft>
              <a:buSzPts val="12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29" name="Google Shape;229;p2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10800000">
            <a:off x="6690890" y="1727279"/>
            <a:ext cx="2685000" cy="3438900"/>
          </a:xfrm>
          <a:prstGeom prst="parallelogram">
            <a:avLst>
              <a:gd fmla="val 52245" name="adj"/>
            </a:avLst>
          </a:prstGeom>
          <a:gradFill>
            <a:gsLst>
              <a:gs pos="0">
                <a:srgbClr val="F2F2F2">
                  <a:alpha val="0"/>
                </a:srgbClr>
              </a:gs>
              <a:gs pos="20000">
                <a:srgbClr val="F2F2F2">
                  <a:alpha val="0"/>
                </a:srgbClr>
              </a:gs>
              <a:gs pos="100000">
                <a:srgbClr val="F2F2F2"/>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 name="Google Shape;7;p1"/>
          <p:cNvSpPr/>
          <p:nvPr/>
        </p:nvSpPr>
        <p:spPr>
          <a:xfrm rot="10800000">
            <a:off x="7350030" y="-23149"/>
            <a:ext cx="4051800" cy="5189700"/>
          </a:xfrm>
          <a:prstGeom prst="parallelogram">
            <a:avLst>
              <a:gd fmla="val 52245" name="adj"/>
            </a:avLst>
          </a:prstGeom>
          <a:gradFill>
            <a:gsLst>
              <a:gs pos="0">
                <a:srgbClr val="D8D8D8">
                  <a:alpha val="0"/>
                </a:srgbClr>
              </a:gs>
              <a:gs pos="40000">
                <a:srgbClr val="D8D8D8">
                  <a:alpha val="0"/>
                </a:srgbClr>
              </a:gs>
              <a:gs pos="100000">
                <a:srgbClr val="D8D8D8">
                  <a:alpha val="49803"/>
                </a:srgbClr>
              </a:gs>
            </a:gsLst>
            <a:lin ang="18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 name="Google Shape;8;p1"/>
          <p:cNvSpPr/>
          <p:nvPr/>
        </p:nvSpPr>
        <p:spPr>
          <a:xfrm>
            <a:off x="0" y="4877628"/>
            <a:ext cx="9144000" cy="2886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2400" u="none" cap="none" strike="noStrike">
              <a:solidFill>
                <a:srgbClr val="002C77"/>
              </a:solidFill>
              <a:latin typeface="Arial"/>
              <a:ea typeface="Arial"/>
              <a:cs typeface="Arial"/>
              <a:sym typeface="Arial"/>
            </a:endParaRPr>
          </a:p>
        </p:txBody>
      </p:sp>
      <p:pic>
        <p:nvPicPr>
          <p:cNvPr id="9" name="Google Shape;9;p1"/>
          <p:cNvPicPr preferRelativeResize="0"/>
          <p:nvPr/>
        </p:nvPicPr>
        <p:blipFill rotWithShape="1">
          <a:blip r:embed="rId1">
            <a:alphaModFix/>
          </a:blip>
          <a:srcRect b="0" l="0" r="0" t="0"/>
          <a:stretch/>
        </p:blipFill>
        <p:spPr>
          <a:xfrm>
            <a:off x="114210" y="4946783"/>
            <a:ext cx="686018" cy="129823"/>
          </a:xfrm>
          <a:prstGeom prst="rect">
            <a:avLst/>
          </a:prstGeom>
          <a:noFill/>
          <a:ln>
            <a:noFill/>
          </a:ln>
        </p:spPr>
      </p:pic>
      <p:sp>
        <p:nvSpPr>
          <p:cNvPr id="10" name="Google Shape;10;p1"/>
          <p:cNvSpPr txBox="1"/>
          <p:nvPr>
            <p:ph type="title"/>
          </p:nvPr>
        </p:nvSpPr>
        <p:spPr>
          <a:xfrm>
            <a:off x="628650" y="273844"/>
            <a:ext cx="7886700" cy="360000"/>
          </a:xfrm>
          <a:prstGeom prst="rect">
            <a:avLst/>
          </a:prstGeom>
          <a:noFill/>
          <a:ln>
            <a:noFill/>
          </a:ln>
        </p:spPr>
        <p:txBody>
          <a:bodyPr anchorCtr="0" anchor="t" bIns="34275" lIns="0" spcFirstLastPara="1" rIns="0" wrap="square" tIns="34275">
            <a:spAutoFit/>
          </a:bodyPr>
          <a:lstStyle>
            <a:lvl1pPr lvl="0" marR="0" rtl="0" algn="l">
              <a:lnSpc>
                <a:spcPct val="90000"/>
              </a:lnSpc>
              <a:spcBef>
                <a:spcPts val="0"/>
              </a:spcBef>
              <a:spcAft>
                <a:spcPts val="0"/>
              </a:spcAft>
              <a:buClr>
                <a:srgbClr val="C5093B"/>
              </a:buClr>
              <a:buSzPts val="2100"/>
              <a:buFont typeface="Georgia"/>
              <a:buNone/>
              <a:defRPr b="0" i="0" sz="2100" u="none" cap="none" strike="noStrike">
                <a:solidFill>
                  <a:srgbClr val="C5093B"/>
                </a:solidFill>
                <a:latin typeface="Georgia"/>
                <a:ea typeface="Georgia"/>
                <a:cs typeface="Georgia"/>
                <a:sym typeface="Georg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
          <p:cNvSpPr txBox="1"/>
          <p:nvPr>
            <p:ph idx="1" type="body"/>
          </p:nvPr>
        </p:nvSpPr>
        <p:spPr>
          <a:xfrm>
            <a:off x="628650" y="982581"/>
            <a:ext cx="7886700" cy="3263400"/>
          </a:xfrm>
          <a:prstGeom prst="rect">
            <a:avLst/>
          </a:prstGeom>
          <a:noFill/>
          <a:ln>
            <a:noFill/>
          </a:ln>
        </p:spPr>
        <p:txBody>
          <a:bodyPr anchorCtr="0" anchor="t" bIns="34275" lIns="0" spcFirstLastPara="1" rIns="0" wrap="square" tIns="34275">
            <a:normAutofit/>
          </a:bodyPr>
          <a:lstStyle>
            <a:lvl1pPr indent="-228600" lvl="0" marL="457200" marR="0" rtl="0" algn="l">
              <a:lnSpc>
                <a:spcPct val="113000"/>
              </a:lnSpc>
              <a:spcBef>
                <a:spcPts val="600"/>
              </a:spcBef>
              <a:spcAft>
                <a:spcPts val="0"/>
              </a:spcAft>
              <a:buClr>
                <a:schemeClr val="dk2"/>
              </a:buClr>
              <a:buSzPts val="1700"/>
              <a:buFont typeface="Arial"/>
              <a:buNone/>
              <a:defRPr b="0" i="0" sz="1700" u="none" cap="none" strike="noStrike">
                <a:solidFill>
                  <a:schemeClr val="dk2"/>
                </a:solidFill>
                <a:latin typeface="Arial"/>
                <a:ea typeface="Arial"/>
                <a:cs typeface="Arial"/>
                <a:sym typeface="Arial"/>
              </a:defRPr>
            </a:lvl1pPr>
            <a:lvl2pPr indent="-228600" lvl="1" marL="9144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2pPr>
            <a:lvl3pPr indent="-228600" lvl="2" marL="13716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3pPr>
            <a:lvl4pPr indent="-228600" lvl="3" marL="18288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4pPr>
            <a:lvl5pPr indent="-228600" lvl="4" marL="2286000" marR="0" rtl="0" algn="l">
              <a:lnSpc>
                <a:spcPct val="113000"/>
              </a:lnSpc>
              <a:spcBef>
                <a:spcPts val="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5535194" y="4865387"/>
            <a:ext cx="3086100" cy="273900"/>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AFAFAF"/>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8656767" y="4865387"/>
            <a:ext cx="3732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1" i="0" sz="800" u="none" cap="none" strike="noStrike">
                <a:solidFill>
                  <a:srgbClr val="AFAFAF"/>
                </a:solidFill>
                <a:latin typeface="Arial"/>
                <a:ea typeface="Arial"/>
                <a:cs typeface="Arial"/>
                <a:sym typeface="Arial"/>
              </a:defRPr>
            </a:lvl1pPr>
            <a:lvl2pPr indent="0" lvl="1" marL="0" marR="0" rtl="0" algn="r">
              <a:spcBef>
                <a:spcPts val="0"/>
              </a:spcBef>
              <a:buNone/>
              <a:defRPr b="1" i="0" sz="800" u="none" cap="none" strike="noStrike">
                <a:solidFill>
                  <a:srgbClr val="AFAFAF"/>
                </a:solidFill>
                <a:latin typeface="Arial"/>
                <a:ea typeface="Arial"/>
                <a:cs typeface="Arial"/>
                <a:sym typeface="Arial"/>
              </a:defRPr>
            </a:lvl2pPr>
            <a:lvl3pPr indent="0" lvl="2" marL="0" marR="0" rtl="0" algn="r">
              <a:spcBef>
                <a:spcPts val="0"/>
              </a:spcBef>
              <a:buNone/>
              <a:defRPr b="1" i="0" sz="800" u="none" cap="none" strike="noStrike">
                <a:solidFill>
                  <a:srgbClr val="AFAFAF"/>
                </a:solidFill>
                <a:latin typeface="Arial"/>
                <a:ea typeface="Arial"/>
                <a:cs typeface="Arial"/>
                <a:sym typeface="Arial"/>
              </a:defRPr>
            </a:lvl3pPr>
            <a:lvl4pPr indent="0" lvl="3" marL="0" marR="0" rtl="0" algn="r">
              <a:spcBef>
                <a:spcPts val="0"/>
              </a:spcBef>
              <a:buNone/>
              <a:defRPr b="1" i="0" sz="800" u="none" cap="none" strike="noStrike">
                <a:solidFill>
                  <a:srgbClr val="AFAFAF"/>
                </a:solidFill>
                <a:latin typeface="Arial"/>
                <a:ea typeface="Arial"/>
                <a:cs typeface="Arial"/>
                <a:sym typeface="Arial"/>
              </a:defRPr>
            </a:lvl4pPr>
            <a:lvl5pPr indent="0" lvl="4" marL="0" marR="0" rtl="0" algn="r">
              <a:spcBef>
                <a:spcPts val="0"/>
              </a:spcBef>
              <a:buNone/>
              <a:defRPr b="1" i="0" sz="800" u="none" cap="none" strike="noStrike">
                <a:solidFill>
                  <a:srgbClr val="AFAFAF"/>
                </a:solidFill>
                <a:latin typeface="Arial"/>
                <a:ea typeface="Arial"/>
                <a:cs typeface="Arial"/>
                <a:sym typeface="Arial"/>
              </a:defRPr>
            </a:lvl5pPr>
            <a:lvl6pPr indent="0" lvl="5" marL="0" marR="0" rtl="0" algn="r">
              <a:spcBef>
                <a:spcPts val="0"/>
              </a:spcBef>
              <a:buNone/>
              <a:defRPr b="1" i="0" sz="800" u="none" cap="none" strike="noStrike">
                <a:solidFill>
                  <a:srgbClr val="AFAFAF"/>
                </a:solidFill>
                <a:latin typeface="Arial"/>
                <a:ea typeface="Arial"/>
                <a:cs typeface="Arial"/>
                <a:sym typeface="Arial"/>
              </a:defRPr>
            </a:lvl6pPr>
            <a:lvl7pPr indent="0" lvl="6" marL="0" marR="0" rtl="0" algn="r">
              <a:spcBef>
                <a:spcPts val="0"/>
              </a:spcBef>
              <a:buNone/>
              <a:defRPr b="1" i="0" sz="800" u="none" cap="none" strike="noStrike">
                <a:solidFill>
                  <a:srgbClr val="AFAFAF"/>
                </a:solidFill>
                <a:latin typeface="Arial"/>
                <a:ea typeface="Arial"/>
                <a:cs typeface="Arial"/>
                <a:sym typeface="Arial"/>
              </a:defRPr>
            </a:lvl7pPr>
            <a:lvl8pPr indent="0" lvl="7" marL="0" marR="0" rtl="0" algn="r">
              <a:spcBef>
                <a:spcPts val="0"/>
              </a:spcBef>
              <a:buNone/>
              <a:defRPr b="1" i="0" sz="800" u="none" cap="none" strike="noStrike">
                <a:solidFill>
                  <a:srgbClr val="AFAFAF"/>
                </a:solidFill>
                <a:latin typeface="Arial"/>
                <a:ea typeface="Arial"/>
                <a:cs typeface="Arial"/>
                <a:sym typeface="Arial"/>
              </a:defRPr>
            </a:lvl8pPr>
            <a:lvl9pPr indent="0" lvl="8" marL="0" marR="0" rtl="0" algn="r">
              <a:spcBef>
                <a:spcPts val="0"/>
              </a:spcBef>
              <a:buNone/>
              <a:defRPr b="1" i="0" sz="800" u="none" cap="none" strike="noStrike">
                <a:solidFill>
                  <a:srgbClr val="AFAFA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4" name="Google Shape;14;p1"/>
          <p:cNvCxnSpPr/>
          <p:nvPr/>
        </p:nvCxnSpPr>
        <p:spPr>
          <a:xfrm flipH="1" rot="10800000">
            <a:off x="8694560" y="4914596"/>
            <a:ext cx="72900" cy="159900"/>
          </a:xfrm>
          <a:prstGeom prst="straightConnector1">
            <a:avLst/>
          </a:prstGeom>
          <a:noFill/>
          <a:ln cap="flat" cmpd="sng" w="19050">
            <a:solidFill>
              <a:srgbClr val="C5093B"/>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type="ctrTitle"/>
          </p:nvPr>
        </p:nvSpPr>
        <p:spPr>
          <a:xfrm>
            <a:off x="311708" y="744575"/>
            <a:ext cx="8520600" cy="1509900"/>
          </a:xfrm>
          <a:prstGeom prst="rect">
            <a:avLst/>
          </a:prstGeom>
        </p:spPr>
        <p:txBody>
          <a:bodyPr anchorCtr="0" anchor="b" bIns="34275" lIns="0" spcFirstLastPara="1" rIns="0" wrap="square" tIns="34275">
            <a:spAutoFit/>
          </a:bodyPr>
          <a:lstStyle/>
          <a:p>
            <a:pPr indent="0" lvl="0" marL="0" rtl="0" algn="ctr">
              <a:spcBef>
                <a:spcPts val="0"/>
              </a:spcBef>
              <a:spcAft>
                <a:spcPts val="0"/>
              </a:spcAft>
              <a:buNone/>
            </a:pPr>
            <a:r>
              <a:rPr lang="en"/>
              <a:t>Quantitative Portfolio Optimization</a:t>
            </a:r>
            <a:endParaRPr/>
          </a:p>
        </p:txBody>
      </p:sp>
      <p:sp>
        <p:nvSpPr>
          <p:cNvPr id="235" name="Google Shape;235;p21"/>
          <p:cNvSpPr txBox="1"/>
          <p:nvPr>
            <p:ph idx="1" type="subTitle"/>
          </p:nvPr>
        </p:nvSpPr>
        <p:spPr>
          <a:xfrm>
            <a:off x="311700" y="2834125"/>
            <a:ext cx="8520600" cy="792600"/>
          </a:xfrm>
          <a:prstGeom prst="rect">
            <a:avLst/>
          </a:prstGeom>
        </p:spPr>
        <p:txBody>
          <a:bodyPr anchorCtr="0" anchor="t" bIns="34275" lIns="0" spcFirstLastPara="1" rIns="0" wrap="square" tIns="34275">
            <a:normAutofit/>
          </a:bodyPr>
          <a:lstStyle/>
          <a:p>
            <a:pPr indent="0" lvl="0" marL="0" rtl="0" algn="ctr">
              <a:spcBef>
                <a:spcPts val="600"/>
              </a:spcBef>
              <a:spcAft>
                <a:spcPts val="0"/>
              </a:spcAft>
              <a:buNone/>
            </a:pPr>
            <a:r>
              <a:rPr lang="en"/>
              <a:t>Team NAPPERS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Summary</a:t>
            </a:r>
            <a:endParaRPr/>
          </a:p>
        </p:txBody>
      </p:sp>
      <p:sp>
        <p:nvSpPr>
          <p:cNvPr id="241" name="Google Shape;241;p22"/>
          <p:cNvSpPr txBox="1"/>
          <p:nvPr>
            <p:ph idx="1" type="body"/>
          </p:nvPr>
        </p:nvSpPr>
        <p:spPr>
          <a:xfrm>
            <a:off x="311700" y="1152475"/>
            <a:ext cx="8520600" cy="3416400"/>
          </a:xfrm>
          <a:prstGeom prst="rect">
            <a:avLst/>
          </a:prstGeom>
        </p:spPr>
        <p:txBody>
          <a:bodyPr anchorCtr="0" anchor="t" bIns="34275" lIns="0" spcFirstLastPara="1" rIns="0" wrap="square" tIns="34275">
            <a:normAutofit lnSpcReduction="10000"/>
          </a:bodyPr>
          <a:lstStyle/>
          <a:p>
            <a:pPr indent="0" lvl="0" marL="0" rtl="0" algn="l">
              <a:spcBef>
                <a:spcPts val="600"/>
              </a:spcBef>
              <a:spcAft>
                <a:spcPts val="0"/>
              </a:spcAft>
              <a:buNone/>
            </a:pPr>
            <a:r>
              <a:rPr lang="en"/>
              <a:t>Goal: </a:t>
            </a:r>
            <a:r>
              <a:rPr lang="en"/>
              <a:t>Develop an end-to-end portfolio optimization pipeline that constructs monthly, long-only equity portfolios on an S&amp;P 500–like universe and evaluates them against simple benchmarks using strictly out-of-sample performance.</a:t>
            </a:r>
            <a:endParaRPr/>
          </a:p>
          <a:p>
            <a:pPr indent="0" lvl="0" marL="0" rtl="0" algn="l">
              <a:spcBef>
                <a:spcPts val="600"/>
              </a:spcBef>
              <a:spcAft>
                <a:spcPts val="0"/>
              </a:spcAft>
              <a:buNone/>
            </a:pPr>
            <a:r>
              <a:rPr lang="en"/>
              <a:t>Current Project Scope: </a:t>
            </a:r>
            <a:endParaRPr/>
          </a:p>
          <a:p>
            <a:pPr indent="-228600" lvl="0" marL="457200" rtl="0" algn="l">
              <a:spcBef>
                <a:spcPts val="600"/>
              </a:spcBef>
              <a:spcAft>
                <a:spcPts val="0"/>
              </a:spcAft>
              <a:buSzPts val="1700"/>
              <a:buNone/>
            </a:pPr>
            <a:r>
              <a:rPr lang="en"/>
              <a:t>Focuses on monthly, long-only, fully-invested equity portfolios; excludes leverage, shorting, options, and intraday trading</a:t>
            </a:r>
            <a:r>
              <a:rPr lang="en">
                <a:solidFill>
                  <a:schemeClr val="dk1"/>
                </a:solidFill>
              </a:rPr>
              <a:t>.</a:t>
            </a:r>
            <a:endParaRPr>
              <a:solidFill>
                <a:schemeClr val="dk1"/>
              </a:solidFill>
            </a:endParaRPr>
          </a:p>
          <a:p>
            <a:pPr indent="-228600" lvl="0" marL="457200" rtl="0" algn="l">
              <a:spcBef>
                <a:spcPts val="600"/>
              </a:spcBef>
              <a:spcAft>
                <a:spcPts val="0"/>
              </a:spcAft>
              <a:buSzPts val="1700"/>
              <a:buNone/>
            </a:pPr>
            <a:r>
              <a:rPr lang="en"/>
              <a:t>Restricts evaluation to historical backtests on the</a:t>
            </a:r>
            <a:r>
              <a:rPr lang="en">
                <a:solidFill>
                  <a:schemeClr val="dk1"/>
                </a:solidFill>
              </a:rPr>
              <a:t> </a:t>
            </a:r>
            <a:r>
              <a:rPr lang="en">
                <a:solidFill>
                  <a:srgbClr val="188038"/>
                </a:solidFill>
                <a:latin typeface="Roboto Mono"/>
                <a:ea typeface="Roboto Mono"/>
                <a:cs typeface="Roboto Mono"/>
                <a:sym typeface="Roboto Mono"/>
              </a:rPr>
              <a:t>sp500_monthly</a:t>
            </a:r>
            <a:r>
              <a:rPr lang="en">
                <a:solidFill>
                  <a:schemeClr val="dk1"/>
                </a:solidFill>
              </a:rPr>
              <a:t> </a:t>
            </a:r>
            <a:r>
              <a:rPr lang="en"/>
              <a:t>sample</a:t>
            </a:r>
            <a:endParaRPr/>
          </a:p>
          <a:p>
            <a:pPr indent="-228600" lvl="0" marL="457200" rtl="0" algn="l">
              <a:spcBef>
                <a:spcPts val="600"/>
              </a:spcBef>
              <a:spcAft>
                <a:spcPts val="0"/>
              </a:spcAft>
              <a:buSzPts val="1700"/>
              <a:buNone/>
            </a:pPr>
            <a:r>
              <a:rPr lang="en"/>
              <a:t>Includes infrastructure, testing, and documentation as primary goals so that future extensions (e.g. new signals, risk models, or universes) can plug into the same framework.</a:t>
            </a:r>
            <a:endParaRPr/>
          </a:p>
          <a:p>
            <a:pPr indent="0" lvl="0" marL="0" rtl="0" algn="l">
              <a:spcBef>
                <a:spcPts val="600"/>
              </a:spcBef>
              <a:spcAft>
                <a:spcPts val="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Objective</a:t>
            </a:r>
            <a:endParaRPr/>
          </a:p>
        </p:txBody>
      </p:sp>
      <p:sp>
        <p:nvSpPr>
          <p:cNvPr id="247" name="Google Shape;247;p23"/>
          <p:cNvSpPr txBox="1"/>
          <p:nvPr>
            <p:ph idx="1" type="body"/>
          </p:nvPr>
        </p:nvSpPr>
        <p:spPr>
          <a:xfrm>
            <a:off x="311700" y="1888975"/>
            <a:ext cx="8520600" cy="2679900"/>
          </a:xfrm>
          <a:prstGeom prst="rect">
            <a:avLst/>
          </a:prstGeom>
        </p:spPr>
        <p:txBody>
          <a:bodyPr anchorCtr="0" anchor="t" bIns="34275" lIns="0" spcFirstLastPara="1" rIns="0" wrap="square" tIns="34275">
            <a:normAutofit fontScale="40000" lnSpcReduction="10000"/>
          </a:bodyPr>
          <a:lstStyle/>
          <a:p>
            <a:pPr indent="0" lvl="0" marL="0" rtl="0" algn="l">
              <a:spcBef>
                <a:spcPts val="1200"/>
              </a:spcBef>
              <a:spcAft>
                <a:spcPts val="0"/>
              </a:spcAft>
              <a:buClr>
                <a:schemeClr val="dk1"/>
              </a:buClr>
              <a:buSzPct val="31884"/>
              <a:buFont typeface="Arial"/>
              <a:buNone/>
            </a:pPr>
            <a:r>
              <a:rPr lang="en" sz="3450"/>
              <a:t>This objective balances four components:</a:t>
            </a:r>
            <a:endParaRPr sz="3450"/>
          </a:p>
          <a:p>
            <a:pPr indent="-228600" lvl="0" marL="457200" rtl="0" algn="l">
              <a:spcBef>
                <a:spcPts val="1200"/>
              </a:spcBef>
              <a:spcAft>
                <a:spcPts val="0"/>
              </a:spcAft>
              <a:buClr>
                <a:schemeClr val="dk2"/>
              </a:buClr>
              <a:buSzPct val="100000"/>
              <a:buNone/>
            </a:pPr>
            <a:r>
              <a:rPr b="1" lang="en" sz="3450"/>
              <a:t>Expected return</a:t>
            </a:r>
            <a:r>
              <a:rPr lang="en" sz="3450"/>
              <a:t>: rewards allocations toward assets with higher estimated mean returns (estimated from rolling historical data).</a:t>
            </a:r>
            <a:endParaRPr sz="3450"/>
          </a:p>
          <a:p>
            <a:pPr indent="-228600" lvl="0" marL="457200" rtl="0" algn="l">
              <a:spcBef>
                <a:spcPts val="1200"/>
              </a:spcBef>
              <a:spcAft>
                <a:spcPts val="0"/>
              </a:spcAft>
              <a:buClr>
                <a:schemeClr val="dk2"/>
              </a:buClr>
              <a:buSzPct val="100000"/>
              <a:buNone/>
            </a:pPr>
            <a:r>
              <a:rPr b="1" lang="en" sz="3450"/>
              <a:t>Risk penalty</a:t>
            </a:r>
            <a:r>
              <a:rPr lang="en" sz="3450"/>
              <a:t>​: penalizes portfolio variance, with γ\gammaγ controlling risk aversion.</a:t>
            </a:r>
            <a:endParaRPr sz="3450"/>
          </a:p>
          <a:p>
            <a:pPr indent="-228600" lvl="0" marL="457200" rtl="0" algn="l">
              <a:spcBef>
                <a:spcPts val="1200"/>
              </a:spcBef>
              <a:spcAft>
                <a:spcPts val="0"/>
              </a:spcAft>
              <a:buClr>
                <a:schemeClr val="dk2"/>
              </a:buClr>
              <a:buSzPct val="100000"/>
              <a:buNone/>
            </a:pPr>
            <a:r>
              <a:rPr b="1" lang="en" sz="3450"/>
              <a:t>Weight regularization</a:t>
            </a:r>
            <a:r>
              <a:rPr lang="en" sz="3450"/>
              <a:t>​: discourages extreme or highly concentrated allocations by penalizing large absolute weights.</a:t>
            </a:r>
            <a:endParaRPr sz="3450"/>
          </a:p>
          <a:p>
            <a:pPr indent="-228600" lvl="0" marL="457200" rtl="0" algn="l">
              <a:spcBef>
                <a:spcPts val="1200"/>
              </a:spcBef>
              <a:spcAft>
                <a:spcPts val="0"/>
              </a:spcAft>
              <a:buClr>
                <a:schemeClr val="dk2"/>
              </a:buClr>
              <a:buSzPct val="100000"/>
              <a:buNone/>
            </a:pPr>
            <a:r>
              <a:rPr b="1" lang="en" sz="3450"/>
              <a:t>Turnover penalty</a:t>
            </a:r>
            <a:r>
              <a:rPr lang="en" sz="3450"/>
              <a:t>​: penalizes deviations from last month’s portfolio, serving as a proxy for transaction costs and encouraging stability over time.</a:t>
            </a:r>
            <a:endParaRPr sz="3450"/>
          </a:p>
          <a:p>
            <a:pPr indent="0" lvl="0" marL="0" rtl="0" algn="l">
              <a:spcBef>
                <a:spcPts val="600"/>
              </a:spcBef>
              <a:spcAft>
                <a:spcPts val="200"/>
              </a:spcAft>
              <a:buNone/>
            </a:pPr>
            <a:r>
              <a:t/>
            </a:r>
            <a:endParaRPr/>
          </a:p>
        </p:txBody>
      </p:sp>
      <p:pic>
        <p:nvPicPr>
          <p:cNvPr id="248" name="Google Shape;248;p23"/>
          <p:cNvPicPr preferRelativeResize="0"/>
          <p:nvPr/>
        </p:nvPicPr>
        <p:blipFill>
          <a:blip r:embed="rId3">
            <a:alphaModFix/>
          </a:blip>
          <a:stretch>
            <a:fillRect/>
          </a:stretch>
        </p:blipFill>
        <p:spPr>
          <a:xfrm>
            <a:off x="311700" y="1152475"/>
            <a:ext cx="8707151" cy="70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Data</a:t>
            </a:r>
            <a:endParaRPr/>
          </a:p>
        </p:txBody>
      </p:sp>
      <p:sp>
        <p:nvSpPr>
          <p:cNvPr id="254" name="Google Shape;254;p24"/>
          <p:cNvSpPr txBox="1"/>
          <p:nvPr>
            <p:ph idx="1" type="body"/>
          </p:nvPr>
        </p:nvSpPr>
        <p:spPr>
          <a:xfrm>
            <a:off x="311700" y="886050"/>
            <a:ext cx="8520600" cy="3682800"/>
          </a:xfrm>
          <a:prstGeom prst="rect">
            <a:avLst/>
          </a:prstGeom>
        </p:spPr>
        <p:txBody>
          <a:bodyPr anchorCtr="0" anchor="t" bIns="34275" lIns="0" spcFirstLastPara="1" rIns="0" wrap="square" tIns="34275">
            <a:normAutofit fontScale="62500" lnSpcReduction="20000"/>
          </a:bodyPr>
          <a:lstStyle/>
          <a:p>
            <a:pPr indent="-228600" lvl="0" marL="457200" rtl="0" algn="l">
              <a:spcBef>
                <a:spcPts val="600"/>
              </a:spcBef>
              <a:spcAft>
                <a:spcPts val="0"/>
              </a:spcAft>
              <a:buSzPct val="100000"/>
              <a:buNone/>
            </a:pPr>
            <a:r>
              <a:rPr lang="en"/>
              <a:t>Sourced from Wharton Research Data Services (WRDS)</a:t>
            </a:r>
            <a:endParaRPr/>
          </a:p>
          <a:p>
            <a:pPr indent="-228600" lvl="0" marL="457200" rtl="0" algn="l">
              <a:spcBef>
                <a:spcPts val="600"/>
              </a:spcBef>
              <a:spcAft>
                <a:spcPts val="0"/>
              </a:spcAft>
              <a:buSzPct val="100000"/>
              <a:buNone/>
            </a:pPr>
            <a:r>
              <a:rPr lang="en"/>
              <a:t>S&amp;P 500 monthly data (2000 - present)</a:t>
            </a:r>
            <a:endParaRPr/>
          </a:p>
          <a:p>
            <a:pPr indent="-228600" lvl="0" marL="457200" rtl="0" algn="l">
              <a:spcBef>
                <a:spcPts val="600"/>
              </a:spcBef>
              <a:spcAft>
                <a:spcPts val="0"/>
              </a:spcAft>
              <a:buSzPct val="100000"/>
              <a:buNone/>
            </a:pPr>
            <a:r>
              <a:rPr lang="en"/>
              <a:t>Useful fields include: date, ticker, price, return, shares outstanding, SIC codes </a:t>
            </a:r>
            <a:endParaRPr/>
          </a:p>
          <a:p>
            <a:pPr indent="0" lvl="0" marL="0" rtl="0" algn="l">
              <a:spcBef>
                <a:spcPts val="600"/>
              </a:spcBef>
              <a:spcAft>
                <a:spcPts val="0"/>
              </a:spcAft>
              <a:buNone/>
            </a:pPr>
            <a:r>
              <a:rPr lang="en" u="sng"/>
              <a:t>Pros: </a:t>
            </a:r>
            <a:endParaRPr u="sng"/>
          </a:p>
          <a:p>
            <a:pPr indent="-296068" lvl="0" marL="457200" rtl="0" algn="l">
              <a:spcBef>
                <a:spcPts val="600"/>
              </a:spcBef>
              <a:spcAft>
                <a:spcPts val="0"/>
              </a:spcAft>
              <a:buSzPct val="100000"/>
              <a:buChar char="-"/>
            </a:pPr>
            <a:r>
              <a:rPr lang="en"/>
              <a:t>Dataset is cleaned and reputable </a:t>
            </a:r>
            <a:endParaRPr/>
          </a:p>
          <a:p>
            <a:pPr indent="-296068" lvl="0" marL="457200" rtl="0" algn="l">
              <a:spcBef>
                <a:spcPts val="600"/>
              </a:spcBef>
              <a:spcAft>
                <a:spcPts val="0"/>
              </a:spcAft>
              <a:buSzPct val="100000"/>
              <a:buChar char="-"/>
            </a:pPr>
            <a:r>
              <a:rPr lang="en"/>
              <a:t>Long historical coverage (25+ years of </a:t>
            </a:r>
            <a:r>
              <a:rPr lang="en"/>
              <a:t>monthly</a:t>
            </a:r>
            <a:r>
              <a:rPr lang="en"/>
              <a:t> data</a:t>
            </a:r>
            <a:endParaRPr/>
          </a:p>
          <a:p>
            <a:pPr indent="-296068" lvl="0" marL="457200" rtl="0" algn="l">
              <a:spcBef>
                <a:spcPts val="600"/>
              </a:spcBef>
              <a:spcAft>
                <a:spcPts val="0"/>
              </a:spcAft>
              <a:buSzPct val="100000"/>
              <a:buChar char="-"/>
            </a:pPr>
            <a:r>
              <a:rPr lang="en"/>
              <a:t>Breadth of data (returns are pre-calculated, </a:t>
            </a:r>
            <a:r>
              <a:rPr lang="en"/>
              <a:t>outstanding</a:t>
            </a:r>
            <a:r>
              <a:rPr lang="en"/>
              <a:t> shares and volume included)</a:t>
            </a:r>
            <a:endParaRPr/>
          </a:p>
          <a:p>
            <a:pPr indent="0" lvl="0" marL="0" rtl="0" algn="l">
              <a:spcBef>
                <a:spcPts val="600"/>
              </a:spcBef>
              <a:spcAft>
                <a:spcPts val="0"/>
              </a:spcAft>
              <a:buNone/>
            </a:pPr>
            <a:r>
              <a:rPr lang="en"/>
              <a:t>Cons:</a:t>
            </a:r>
            <a:endParaRPr/>
          </a:p>
          <a:p>
            <a:pPr indent="-296068" lvl="0" marL="457200" rtl="0" algn="l">
              <a:spcBef>
                <a:spcPts val="600"/>
              </a:spcBef>
              <a:spcAft>
                <a:spcPts val="0"/>
              </a:spcAft>
              <a:buSzPct val="100000"/>
              <a:buChar char="-"/>
            </a:pPr>
            <a:r>
              <a:rPr lang="en"/>
              <a:t>Limited in scope </a:t>
            </a:r>
            <a:r>
              <a:rPr lang="en"/>
              <a:t>beyond</a:t>
            </a:r>
            <a:r>
              <a:rPr lang="en"/>
              <a:t> </a:t>
            </a:r>
            <a:r>
              <a:rPr lang="en"/>
              <a:t>straightforward</a:t>
            </a:r>
            <a:r>
              <a:rPr lang="en"/>
              <a:t> applications of portfolio optimization</a:t>
            </a:r>
            <a:endParaRPr/>
          </a:p>
          <a:p>
            <a:pPr indent="-296068" lvl="0" marL="457200" rtl="0" algn="l">
              <a:spcBef>
                <a:spcPts val="600"/>
              </a:spcBef>
              <a:spcAft>
                <a:spcPts val="0"/>
              </a:spcAft>
              <a:buSzPct val="100000"/>
              <a:buChar char="-"/>
            </a:pPr>
            <a:r>
              <a:rPr lang="en"/>
              <a:t>Huge dataset - computationally expensive, could lead to overfitting</a:t>
            </a:r>
            <a:endParaRPr/>
          </a:p>
          <a:p>
            <a:pPr indent="-296068" lvl="0" marL="457200" rtl="0" algn="l">
              <a:spcBef>
                <a:spcPts val="600"/>
              </a:spcBef>
              <a:spcAft>
                <a:spcPts val="0"/>
              </a:spcAft>
              <a:buSzPct val="100000"/>
              <a:buChar char="-"/>
            </a:pPr>
            <a:r>
              <a:rPr lang="en"/>
              <a:t>Access limitation - potentially leads to complications </a:t>
            </a:r>
            <a:r>
              <a:rPr lang="en"/>
              <a:t>with theoretical distribution/real-world implementation of model</a:t>
            </a:r>
            <a:endParaRPr/>
          </a:p>
          <a:p>
            <a:pPr indent="-296068" lvl="0" marL="457200" rtl="0" algn="l">
              <a:spcBef>
                <a:spcPts val="600"/>
              </a:spcBef>
              <a:spcAft>
                <a:spcPts val="0"/>
              </a:spcAft>
              <a:buSzPct val="100000"/>
              <a:buChar char="-"/>
            </a:pPr>
            <a:r>
              <a:t/>
            </a:r>
            <a:endParaRPr/>
          </a:p>
          <a:p>
            <a:pPr indent="0" lvl="0" marL="0" rtl="0" algn="l">
              <a:spcBef>
                <a:spcPts val="600"/>
              </a:spcBef>
              <a:spcAft>
                <a:spcPts val="0"/>
              </a:spcAft>
              <a:buNone/>
            </a:pPr>
            <a:r>
              <a:rPr lang="en"/>
              <a:t>Moving </a:t>
            </a:r>
            <a:r>
              <a:rPr lang="en"/>
              <a:t>forward: </a:t>
            </a:r>
            <a:endParaRPr/>
          </a:p>
          <a:p>
            <a:pPr indent="-296068" lvl="0" marL="457200" rtl="0" algn="l">
              <a:spcBef>
                <a:spcPts val="600"/>
              </a:spcBef>
              <a:spcAft>
                <a:spcPts val="0"/>
              </a:spcAft>
              <a:buSzPct val="100000"/>
              <a:buChar char="-"/>
            </a:pPr>
            <a:r>
              <a:rPr lang="en"/>
              <a:t>As project advances, we may need to acquire supplementary data - finer or coarser grain date-wise depending on eta </a:t>
            </a:r>
            <a:endParaRPr/>
          </a:p>
          <a:p>
            <a:pPr indent="-296068" lvl="0" marL="457200" rtl="0" algn="l">
              <a:spcBef>
                <a:spcPts val="600"/>
              </a:spcBef>
              <a:spcAft>
                <a:spcPts val="200"/>
              </a:spcAft>
              <a:buSzPct val="100000"/>
              <a:buChar char="-"/>
            </a:pPr>
            <a:r>
              <a:rPr lang="en"/>
              <a:t>In order to differentiate from previous project, may need to search for more niche dataset to narrow our application (ESG, alternate optimization strategy such as a two layer model or higher moments)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60" name="Google Shape;260;p25"/>
          <p:cNvPicPr preferRelativeResize="0"/>
          <p:nvPr/>
        </p:nvPicPr>
        <p:blipFill>
          <a:blip r:embed="rId3">
            <a:alphaModFix/>
          </a:blip>
          <a:stretch>
            <a:fillRect/>
          </a:stretch>
        </p:blipFill>
        <p:spPr>
          <a:xfrm>
            <a:off x="225700" y="1100077"/>
            <a:ext cx="8918300" cy="34021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66" name="Google Shape;266;p26"/>
          <p:cNvPicPr preferRelativeResize="0"/>
          <p:nvPr/>
        </p:nvPicPr>
        <p:blipFill>
          <a:blip r:embed="rId3">
            <a:alphaModFix/>
          </a:blip>
          <a:stretch>
            <a:fillRect/>
          </a:stretch>
        </p:blipFill>
        <p:spPr>
          <a:xfrm>
            <a:off x="237925" y="1084600"/>
            <a:ext cx="8036448" cy="3820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Preliminary Results </a:t>
            </a:r>
            <a:endParaRPr/>
          </a:p>
        </p:txBody>
      </p:sp>
      <p:pic>
        <p:nvPicPr>
          <p:cNvPr id="272" name="Google Shape;272;p27"/>
          <p:cNvPicPr preferRelativeResize="0"/>
          <p:nvPr/>
        </p:nvPicPr>
        <p:blipFill>
          <a:blip r:embed="rId3">
            <a:alphaModFix/>
          </a:blip>
          <a:stretch>
            <a:fillRect/>
          </a:stretch>
        </p:blipFill>
        <p:spPr>
          <a:xfrm>
            <a:off x="152400" y="1017725"/>
            <a:ext cx="8839198" cy="35932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Exploration: Skew Tensor</a:t>
            </a:r>
            <a:endParaRPr/>
          </a:p>
        </p:txBody>
      </p:sp>
      <p:pic>
        <p:nvPicPr>
          <p:cNvPr id="278" name="Google Shape;278;p28"/>
          <p:cNvPicPr preferRelativeResize="0"/>
          <p:nvPr/>
        </p:nvPicPr>
        <p:blipFill rotWithShape="1">
          <a:blip r:embed="rId3">
            <a:alphaModFix/>
          </a:blip>
          <a:srcRect b="68257" l="0" r="1642" t="0"/>
          <a:stretch/>
        </p:blipFill>
        <p:spPr>
          <a:xfrm>
            <a:off x="1689438" y="1294025"/>
            <a:ext cx="5765126" cy="809925"/>
          </a:xfrm>
          <a:prstGeom prst="rect">
            <a:avLst/>
          </a:prstGeom>
          <a:noFill/>
          <a:ln>
            <a:noFill/>
          </a:ln>
        </p:spPr>
      </p:pic>
      <p:pic>
        <p:nvPicPr>
          <p:cNvPr id="279" name="Google Shape;279;p28"/>
          <p:cNvPicPr preferRelativeResize="0"/>
          <p:nvPr/>
        </p:nvPicPr>
        <p:blipFill rotWithShape="1">
          <a:blip r:embed="rId3">
            <a:alphaModFix/>
          </a:blip>
          <a:srcRect b="0" l="0" r="0" t="75284"/>
          <a:stretch/>
        </p:blipFill>
        <p:spPr>
          <a:xfrm>
            <a:off x="2284875" y="2103950"/>
            <a:ext cx="4574251" cy="492150"/>
          </a:xfrm>
          <a:prstGeom prst="rect">
            <a:avLst/>
          </a:prstGeom>
          <a:noFill/>
          <a:ln>
            <a:noFill/>
          </a:ln>
        </p:spPr>
      </p:pic>
      <p:pic>
        <p:nvPicPr>
          <p:cNvPr id="280" name="Google Shape;280;p28"/>
          <p:cNvPicPr preferRelativeResize="0"/>
          <p:nvPr/>
        </p:nvPicPr>
        <p:blipFill rotWithShape="1">
          <a:blip r:embed="rId4">
            <a:alphaModFix/>
          </a:blip>
          <a:srcRect b="0" l="0" r="0" t="0"/>
          <a:stretch/>
        </p:blipFill>
        <p:spPr>
          <a:xfrm>
            <a:off x="311700" y="1017725"/>
            <a:ext cx="5080675" cy="440625"/>
          </a:xfrm>
          <a:prstGeom prst="rect">
            <a:avLst/>
          </a:prstGeom>
          <a:noFill/>
          <a:ln>
            <a:noFill/>
          </a:ln>
        </p:spPr>
      </p:pic>
      <p:pic>
        <p:nvPicPr>
          <p:cNvPr id="281" name="Google Shape;281;p28"/>
          <p:cNvPicPr preferRelativeResize="0"/>
          <p:nvPr/>
        </p:nvPicPr>
        <p:blipFill>
          <a:blip r:embed="rId5">
            <a:alphaModFix/>
          </a:blip>
          <a:stretch>
            <a:fillRect/>
          </a:stretch>
        </p:blipFill>
        <p:spPr>
          <a:xfrm>
            <a:off x="130500" y="2571750"/>
            <a:ext cx="8882998" cy="223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9"/>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None/>
            </a:pPr>
            <a:r>
              <a:rPr lang="en"/>
              <a:t>Exploration: Skew Tensor 2</a:t>
            </a:r>
            <a:endParaRPr/>
          </a:p>
        </p:txBody>
      </p:sp>
      <p:sp>
        <p:nvSpPr>
          <p:cNvPr id="287" name="Google Shape;287;p29"/>
          <p:cNvSpPr txBox="1"/>
          <p:nvPr>
            <p:ph idx="1" type="body"/>
          </p:nvPr>
        </p:nvSpPr>
        <p:spPr>
          <a:xfrm>
            <a:off x="311700" y="1152475"/>
            <a:ext cx="8752500" cy="3416400"/>
          </a:xfrm>
          <a:prstGeom prst="rect">
            <a:avLst/>
          </a:prstGeom>
        </p:spPr>
        <p:txBody>
          <a:bodyPr anchorCtr="0" anchor="t" bIns="34275" lIns="0" spcFirstLastPara="1" rIns="0" wrap="square" tIns="34275">
            <a:normAutofit/>
          </a:bodyPr>
          <a:lstStyle/>
          <a:p>
            <a:pPr indent="0" lvl="0" marL="0" rtl="0" algn="l">
              <a:spcBef>
                <a:spcPts val="600"/>
              </a:spcBef>
              <a:spcAft>
                <a:spcPts val="0"/>
              </a:spcAft>
              <a:buClr>
                <a:schemeClr val="dk1"/>
              </a:buClr>
              <a:buSzPts val="1100"/>
              <a:buFont typeface="Arial"/>
              <a:buNone/>
            </a:pPr>
            <a:r>
              <a:rPr lang="en"/>
              <a:t>As dimensionality increases, the structure of coskewness becomes overwhelmingly dominated by</a:t>
            </a:r>
            <a:endParaRPr/>
          </a:p>
          <a:p>
            <a:pPr indent="0" lvl="0" marL="0" rtl="0" algn="l">
              <a:spcBef>
                <a:spcPts val="600"/>
              </a:spcBef>
              <a:spcAft>
                <a:spcPts val="0"/>
              </a:spcAft>
              <a:buClr>
                <a:schemeClr val="dk1"/>
              </a:buClr>
              <a:buSzPts val="1100"/>
              <a:buFont typeface="Arial"/>
              <a:buNone/>
            </a:pPr>
            <a:r>
              <a:rPr lang="en"/>
              <a:t>triple-variable interactions.</a:t>
            </a:r>
            <a:endParaRPr/>
          </a:p>
          <a:p>
            <a:pPr indent="0" lvl="0" marL="0" rtl="0" algn="l">
              <a:spcBef>
                <a:spcPts val="600"/>
              </a:spcBef>
              <a:spcAft>
                <a:spcPts val="0"/>
              </a:spcAft>
              <a:buClr>
                <a:schemeClr val="dk1"/>
              </a:buClr>
              <a:buSzPts val="1100"/>
              <a:buFont typeface="Arial"/>
              <a:buNone/>
            </a:pPr>
            <a:r>
              <a:rPr lang="en"/>
              <a:t>This has implications for:</a:t>
            </a:r>
            <a:endParaRPr/>
          </a:p>
          <a:p>
            <a:pPr indent="0" lvl="0" marL="0" rtl="0" algn="l">
              <a:spcBef>
                <a:spcPts val="600"/>
              </a:spcBef>
              <a:spcAft>
                <a:spcPts val="0"/>
              </a:spcAft>
              <a:buClr>
                <a:schemeClr val="dk1"/>
              </a:buClr>
              <a:buSzPts val="1100"/>
              <a:buFont typeface="Arial"/>
              <a:buNone/>
            </a:pPr>
            <a:r>
              <a:rPr lang="en"/>
              <a:t>• Storage complexity,</a:t>
            </a:r>
            <a:endParaRPr/>
          </a:p>
          <a:p>
            <a:pPr indent="0" lvl="0" marL="0" rtl="0" algn="l">
              <a:spcBef>
                <a:spcPts val="600"/>
              </a:spcBef>
              <a:spcAft>
                <a:spcPts val="0"/>
              </a:spcAft>
              <a:buClr>
                <a:schemeClr val="dk1"/>
              </a:buClr>
              <a:buSzPts val="1100"/>
              <a:buFont typeface="Arial"/>
              <a:buNone/>
            </a:pPr>
            <a:r>
              <a:rPr lang="en"/>
              <a:t>• Estimation stability,</a:t>
            </a:r>
            <a:endParaRPr/>
          </a:p>
          <a:p>
            <a:pPr indent="0" lvl="0" marL="0" rtl="0" algn="l">
              <a:spcBef>
                <a:spcPts val="600"/>
              </a:spcBef>
              <a:spcAft>
                <a:spcPts val="0"/>
              </a:spcAft>
              <a:buClr>
                <a:schemeClr val="dk1"/>
              </a:buClr>
              <a:buSzPts val="1100"/>
              <a:buFont typeface="Arial"/>
              <a:buNone/>
            </a:pPr>
            <a:r>
              <a:rPr lang="en"/>
              <a:t>• Regularization needs,</a:t>
            </a:r>
            <a:endParaRPr/>
          </a:p>
          <a:p>
            <a:pPr indent="0" lvl="0" marL="0" rtl="0" algn="l">
              <a:spcBef>
                <a:spcPts val="600"/>
              </a:spcBef>
              <a:spcAft>
                <a:spcPts val="0"/>
              </a:spcAft>
              <a:buClr>
                <a:schemeClr val="dk1"/>
              </a:buClr>
              <a:buSzPts val="1100"/>
              <a:buFont typeface="Arial"/>
              <a:buNone/>
            </a:pPr>
            <a:r>
              <a:rPr lang="en"/>
              <a:t>• Dimensionality reduction strategies.</a:t>
            </a:r>
            <a:endParaRPr/>
          </a:p>
          <a:p>
            <a:pPr indent="0" lvl="0" marL="0" rtl="0" algn="l">
              <a:spcBef>
                <a:spcPts val="600"/>
              </a:spcBef>
              <a:spcAft>
                <a:spcPts val="200"/>
              </a:spcAft>
              <a:buNone/>
            </a:pPr>
            <a:r>
              <a:t/>
            </a:r>
            <a:endParaRPr/>
          </a:p>
        </p:txBody>
      </p:sp>
      <p:pic>
        <p:nvPicPr>
          <p:cNvPr id="288" name="Google Shape;288;p29"/>
          <p:cNvPicPr preferRelativeResize="0"/>
          <p:nvPr/>
        </p:nvPicPr>
        <p:blipFill>
          <a:blip r:embed="rId3">
            <a:alphaModFix/>
          </a:blip>
          <a:stretch>
            <a:fillRect/>
          </a:stretch>
        </p:blipFill>
        <p:spPr>
          <a:xfrm>
            <a:off x="4146650" y="1662574"/>
            <a:ext cx="4685656" cy="2906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ph type="title"/>
          </p:nvPr>
        </p:nvSpPr>
        <p:spPr>
          <a:xfrm>
            <a:off x="311700" y="445025"/>
            <a:ext cx="8520600" cy="360300"/>
          </a:xfrm>
          <a:prstGeom prst="rect">
            <a:avLst/>
          </a:prstGeom>
        </p:spPr>
        <p:txBody>
          <a:bodyPr anchorCtr="0" anchor="t" bIns="34275" lIns="0" spcFirstLastPara="1" rIns="0" wrap="square" tIns="34275">
            <a:spAutoFit/>
          </a:bodyPr>
          <a:lstStyle/>
          <a:p>
            <a:pPr indent="0" lvl="0" marL="0" rtl="0" algn="l">
              <a:spcBef>
                <a:spcPts val="0"/>
              </a:spcBef>
              <a:spcAft>
                <a:spcPts val="0"/>
              </a:spcAft>
              <a:buClr>
                <a:schemeClr val="dk1"/>
              </a:buClr>
              <a:buSzPts val="1100"/>
              <a:buFont typeface="Arial"/>
              <a:buNone/>
            </a:pPr>
            <a:r>
              <a:rPr lang="en"/>
              <a:t>Exploration: Skew Tensor 3</a:t>
            </a:r>
            <a:endParaRPr/>
          </a:p>
        </p:txBody>
      </p:sp>
      <p:sp>
        <p:nvSpPr>
          <p:cNvPr id="294" name="Google Shape;294;p30"/>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p>
            <a:pPr indent="0" lvl="0" marL="0" rtl="0" algn="l">
              <a:spcBef>
                <a:spcPts val="600"/>
              </a:spcBef>
              <a:spcAft>
                <a:spcPts val="200"/>
              </a:spcAft>
              <a:buNone/>
            </a:pPr>
            <a:r>
              <a:rPr lang="en"/>
              <a:t>For portfolio optimization we want to maximize the portfolio skew at the cost of portfolio variance, where portfolio skew is defined by the contraction of the tensor over the weight indices.</a:t>
            </a:r>
            <a:endParaRPr/>
          </a:p>
        </p:txBody>
      </p:sp>
      <p:pic>
        <p:nvPicPr>
          <p:cNvPr id="295" name="Google Shape;295;p30"/>
          <p:cNvPicPr preferRelativeResize="0"/>
          <p:nvPr/>
        </p:nvPicPr>
        <p:blipFill>
          <a:blip r:embed="rId3">
            <a:alphaModFix/>
          </a:blip>
          <a:stretch>
            <a:fillRect/>
          </a:stretch>
        </p:blipFill>
        <p:spPr>
          <a:xfrm>
            <a:off x="2330724" y="1816925"/>
            <a:ext cx="6655050" cy="2914650"/>
          </a:xfrm>
          <a:prstGeom prst="rect">
            <a:avLst/>
          </a:prstGeom>
          <a:noFill/>
          <a:ln>
            <a:noFill/>
          </a:ln>
        </p:spPr>
      </p:pic>
      <p:pic>
        <p:nvPicPr>
          <p:cNvPr id="296" name="Google Shape;296;p30"/>
          <p:cNvPicPr preferRelativeResize="0"/>
          <p:nvPr/>
        </p:nvPicPr>
        <p:blipFill>
          <a:blip r:embed="rId4">
            <a:alphaModFix/>
          </a:blip>
          <a:stretch>
            <a:fillRect/>
          </a:stretch>
        </p:blipFill>
        <p:spPr>
          <a:xfrm>
            <a:off x="62713" y="2416700"/>
            <a:ext cx="2009775" cy="2038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arton 2016 16:9">
  <a:themeElements>
    <a:clrScheme name="Wharton">
      <a:dk1>
        <a:srgbClr val="2D2C41"/>
      </a:dk1>
      <a:lt1>
        <a:srgbClr val="FFFFFF"/>
      </a:lt1>
      <a:dk2>
        <a:srgbClr val="011F5B"/>
      </a:dk2>
      <a:lt2>
        <a:srgbClr val="EEEDEA"/>
      </a:lt2>
      <a:accent1>
        <a:srgbClr val="011F5B"/>
      </a:accent1>
      <a:accent2>
        <a:srgbClr val="990000"/>
      </a:accent2>
      <a:accent3>
        <a:srgbClr val="026CB5"/>
      </a:accent3>
      <a:accent4>
        <a:srgbClr val="06AAFC"/>
      </a:accent4>
      <a:accent5>
        <a:srgbClr val="96227D"/>
      </a:accent5>
      <a:accent6>
        <a:srgbClr val="D7BC6A"/>
      </a:accent6>
      <a:hlink>
        <a:srgbClr val="06AAFC"/>
      </a:hlink>
      <a:folHlink>
        <a:srgbClr val="06AAF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